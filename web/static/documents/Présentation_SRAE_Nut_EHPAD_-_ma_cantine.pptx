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0" r:id="rId5"/>
  </p:sldMasterIdLst>
  <p:notesMasterIdLst>
    <p:notesMasterId r:id="rId8"/>
  </p:notesMasterIdLst>
  <p:sldIdLst>
    <p:sldId id="754" r:id="rId6"/>
    <p:sldId id="1167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EF7BE9-D8D7-316F-01E3-2EF33C29D93C}" name="Charlotte BAUDRY" initials="CB" userId="S::charlotte.baudry@sraenutrition.fr::e7e13d5e-abd5-4afe-a7b5-4758d84c46e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919"/>
    <a:srgbClr val="FA985E"/>
    <a:srgbClr val="F3EDF3"/>
    <a:srgbClr val="97539C"/>
    <a:srgbClr val="95C221"/>
    <a:srgbClr val="F59B11"/>
    <a:srgbClr val="F29200"/>
    <a:srgbClr val="E270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268E0D-946F-4B0E-BD30-9159761F7858}" v="11" dt="2023-08-03T06:50:20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974" autoAdjust="0"/>
  </p:normalViewPr>
  <p:slideViewPr>
    <p:cSldViewPr snapToGrid="0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otte BAUDRY" userId="e7e13d5e-abd5-4afe-a7b5-4758d84c46e2" providerId="ADAL" clId="{E7268E0D-946F-4B0E-BD30-9159761F7858}"/>
    <pc:docChg chg="undo custSel addSld delSld modSld">
      <pc:chgData name="Charlotte BAUDRY" userId="e7e13d5e-abd5-4afe-a7b5-4758d84c46e2" providerId="ADAL" clId="{E7268E0D-946F-4B0E-BD30-9159761F7858}" dt="2023-08-03T06:51:21.336" v="838" actId="47"/>
      <pc:docMkLst>
        <pc:docMk/>
      </pc:docMkLst>
      <pc:sldChg chg="addSp delSp modSp mod delAnim">
        <pc:chgData name="Charlotte BAUDRY" userId="e7e13d5e-abd5-4afe-a7b5-4758d84c46e2" providerId="ADAL" clId="{E7268E0D-946F-4B0E-BD30-9159761F7858}" dt="2023-08-03T06:38:28.393" v="804" actId="1076"/>
        <pc:sldMkLst>
          <pc:docMk/>
          <pc:sldMk cId="3921742512" sldId="754"/>
        </pc:sldMkLst>
        <pc:spChg chg="del">
          <ac:chgData name="Charlotte BAUDRY" userId="e7e13d5e-abd5-4afe-a7b5-4758d84c46e2" providerId="ADAL" clId="{E7268E0D-946F-4B0E-BD30-9159761F7858}" dt="2023-07-28T13:54:31.318" v="3" actId="478"/>
          <ac:spMkLst>
            <pc:docMk/>
            <pc:sldMk cId="3921742512" sldId="754"/>
            <ac:spMk id="2" creationId="{20ED249E-E05F-97D0-F66D-C9BEDE98FF5A}"/>
          </ac:spMkLst>
        </pc:spChg>
        <pc:spChg chg="del">
          <ac:chgData name="Charlotte BAUDRY" userId="e7e13d5e-abd5-4afe-a7b5-4758d84c46e2" providerId="ADAL" clId="{E7268E0D-946F-4B0E-BD30-9159761F7858}" dt="2023-07-28T13:54:25.656" v="1" actId="478"/>
          <ac:spMkLst>
            <pc:docMk/>
            <pc:sldMk cId="3921742512" sldId="754"/>
            <ac:spMk id="4" creationId="{F79D365C-8A5F-D56C-2524-1D5080FB2291}"/>
          </ac:spMkLst>
        </pc:spChg>
        <pc:spChg chg="del">
          <ac:chgData name="Charlotte BAUDRY" userId="e7e13d5e-abd5-4afe-a7b5-4758d84c46e2" providerId="ADAL" clId="{E7268E0D-946F-4B0E-BD30-9159761F7858}" dt="2023-07-28T13:54:33.038" v="4" actId="478"/>
          <ac:spMkLst>
            <pc:docMk/>
            <pc:sldMk cId="3921742512" sldId="754"/>
            <ac:spMk id="5" creationId="{BC870C57-20F5-497B-BDF7-FD91ABBAAC5B}"/>
          </ac:spMkLst>
        </pc:spChg>
        <pc:spChg chg="del">
          <ac:chgData name="Charlotte BAUDRY" userId="e7e13d5e-abd5-4afe-a7b5-4758d84c46e2" providerId="ADAL" clId="{E7268E0D-946F-4B0E-BD30-9159761F7858}" dt="2023-07-28T13:54:25.656" v="1" actId="478"/>
          <ac:spMkLst>
            <pc:docMk/>
            <pc:sldMk cId="3921742512" sldId="754"/>
            <ac:spMk id="6" creationId="{7AF047A9-991F-4FA1-8832-D90DC6A9029F}"/>
          </ac:spMkLst>
        </pc:spChg>
        <pc:spChg chg="del">
          <ac:chgData name="Charlotte BAUDRY" userId="e7e13d5e-abd5-4afe-a7b5-4758d84c46e2" providerId="ADAL" clId="{E7268E0D-946F-4B0E-BD30-9159761F7858}" dt="2023-07-28T13:54:25.656" v="1" actId="478"/>
          <ac:spMkLst>
            <pc:docMk/>
            <pc:sldMk cId="3921742512" sldId="754"/>
            <ac:spMk id="9" creationId="{7107A205-B195-064C-4411-9D77EC2DE540}"/>
          </ac:spMkLst>
        </pc:spChg>
        <pc:spChg chg="add del mod">
          <ac:chgData name="Charlotte BAUDRY" userId="e7e13d5e-abd5-4afe-a7b5-4758d84c46e2" providerId="ADAL" clId="{E7268E0D-946F-4B0E-BD30-9159761F7858}" dt="2023-07-28T13:54:30.135" v="2" actId="478"/>
          <ac:spMkLst>
            <pc:docMk/>
            <pc:sldMk cId="3921742512" sldId="754"/>
            <ac:spMk id="12" creationId="{76E311C5-D216-1097-0708-B36DAD44C22B}"/>
          </ac:spMkLst>
        </pc:spChg>
        <pc:spChg chg="add del mod">
          <ac:chgData name="Charlotte BAUDRY" userId="e7e13d5e-abd5-4afe-a7b5-4758d84c46e2" providerId="ADAL" clId="{E7268E0D-946F-4B0E-BD30-9159761F7858}" dt="2023-07-28T14:09:04.545" v="255" actId="1076"/>
          <ac:spMkLst>
            <pc:docMk/>
            <pc:sldMk cId="3921742512" sldId="754"/>
            <ac:spMk id="14" creationId="{C5AA888C-1CB5-A53E-4792-B88BAA3D5F44}"/>
          </ac:spMkLst>
        </pc:spChg>
        <pc:spChg chg="add del">
          <ac:chgData name="Charlotte BAUDRY" userId="e7e13d5e-abd5-4afe-a7b5-4758d84c46e2" providerId="ADAL" clId="{E7268E0D-946F-4B0E-BD30-9159761F7858}" dt="2023-07-28T13:55:03.824" v="43" actId="22"/>
          <ac:spMkLst>
            <pc:docMk/>
            <pc:sldMk cId="3921742512" sldId="754"/>
            <ac:spMk id="16" creationId="{64AD2499-C7D5-3280-4ED2-CD062FEEBED4}"/>
          </ac:spMkLst>
        </pc:spChg>
        <pc:spChg chg="add mod">
          <ac:chgData name="Charlotte BAUDRY" userId="e7e13d5e-abd5-4afe-a7b5-4758d84c46e2" providerId="ADAL" clId="{E7268E0D-946F-4B0E-BD30-9159761F7858}" dt="2023-07-28T14:09:56.606" v="262" actId="207"/>
          <ac:spMkLst>
            <pc:docMk/>
            <pc:sldMk cId="3921742512" sldId="754"/>
            <ac:spMk id="24" creationId="{0C19FC83-2AF4-412B-0F8F-FBAF4AEBBC77}"/>
          </ac:spMkLst>
        </pc:spChg>
        <pc:spChg chg="add mod">
          <ac:chgData name="Charlotte BAUDRY" userId="e7e13d5e-abd5-4afe-a7b5-4758d84c46e2" providerId="ADAL" clId="{E7268E0D-946F-4B0E-BD30-9159761F7858}" dt="2023-08-03T06:38:28.393" v="804" actId="1076"/>
          <ac:spMkLst>
            <pc:docMk/>
            <pc:sldMk cId="3921742512" sldId="754"/>
            <ac:spMk id="25" creationId="{7F82ED1B-4D07-9F3B-F6A5-97355DBE622D}"/>
          </ac:spMkLst>
        </pc:spChg>
        <pc:grpChg chg="add mod">
          <ac:chgData name="Charlotte BAUDRY" userId="e7e13d5e-abd5-4afe-a7b5-4758d84c46e2" providerId="ADAL" clId="{E7268E0D-946F-4B0E-BD30-9159761F7858}" dt="2023-07-28T14:10:06.739" v="263" actId="164"/>
          <ac:grpSpMkLst>
            <pc:docMk/>
            <pc:sldMk cId="3921742512" sldId="754"/>
            <ac:grpSpMk id="27" creationId="{5C44DC10-AB13-F08D-A890-3852E238A6EB}"/>
          </ac:grpSpMkLst>
        </pc:grpChg>
        <pc:grpChg chg="add mod">
          <ac:chgData name="Charlotte BAUDRY" userId="e7e13d5e-abd5-4afe-a7b5-4758d84c46e2" providerId="ADAL" clId="{E7268E0D-946F-4B0E-BD30-9159761F7858}" dt="2023-07-28T14:10:15.620" v="265" actId="1076"/>
          <ac:grpSpMkLst>
            <pc:docMk/>
            <pc:sldMk cId="3921742512" sldId="754"/>
            <ac:grpSpMk id="31" creationId="{C4ADA5A7-00F7-6E06-BA3D-5313ACFC4B1D}"/>
          </ac:grpSpMkLst>
        </pc:grpChg>
        <pc:picChg chg="del">
          <ac:chgData name="Charlotte BAUDRY" userId="e7e13d5e-abd5-4afe-a7b5-4758d84c46e2" providerId="ADAL" clId="{E7268E0D-946F-4B0E-BD30-9159761F7858}" dt="2023-07-28T13:54:25.656" v="1" actId="478"/>
          <ac:picMkLst>
            <pc:docMk/>
            <pc:sldMk cId="3921742512" sldId="754"/>
            <ac:picMk id="3" creationId="{E9D98DA2-30A6-3933-E105-2B46CF51B978}"/>
          </ac:picMkLst>
        </pc:picChg>
        <pc:picChg chg="del">
          <ac:chgData name="Charlotte BAUDRY" userId="e7e13d5e-abd5-4afe-a7b5-4758d84c46e2" providerId="ADAL" clId="{E7268E0D-946F-4B0E-BD30-9159761F7858}" dt="2023-07-28T13:54:25.656" v="1" actId="478"/>
          <ac:picMkLst>
            <pc:docMk/>
            <pc:sldMk cId="3921742512" sldId="754"/>
            <ac:picMk id="7" creationId="{4B2FAD4B-46C3-A7B8-81DC-DE6354B00934}"/>
          </ac:picMkLst>
        </pc:picChg>
        <pc:picChg chg="del">
          <ac:chgData name="Charlotte BAUDRY" userId="e7e13d5e-abd5-4afe-a7b5-4758d84c46e2" providerId="ADAL" clId="{E7268E0D-946F-4B0E-BD30-9159761F7858}" dt="2023-07-28T13:54:25.656" v="1" actId="478"/>
          <ac:picMkLst>
            <pc:docMk/>
            <pc:sldMk cId="3921742512" sldId="754"/>
            <ac:picMk id="11" creationId="{5E8137D6-20B3-2464-E8E8-BF98DC714A44}"/>
          </ac:picMkLst>
        </pc:picChg>
        <pc:picChg chg="del">
          <ac:chgData name="Charlotte BAUDRY" userId="e7e13d5e-abd5-4afe-a7b5-4758d84c46e2" providerId="ADAL" clId="{E7268E0D-946F-4B0E-BD30-9159761F7858}" dt="2023-07-28T13:54:25.656" v="1" actId="478"/>
          <ac:picMkLst>
            <pc:docMk/>
            <pc:sldMk cId="3921742512" sldId="754"/>
            <ac:picMk id="18" creationId="{A1F4DB56-D4CF-6D5D-95D7-AC2E28B1752C}"/>
          </ac:picMkLst>
        </pc:picChg>
        <pc:picChg chg="add mod modCrop">
          <ac:chgData name="Charlotte BAUDRY" userId="e7e13d5e-abd5-4afe-a7b5-4758d84c46e2" providerId="ADAL" clId="{E7268E0D-946F-4B0E-BD30-9159761F7858}" dt="2023-07-28T14:08:57.047" v="254" actId="1076"/>
          <ac:picMkLst>
            <pc:docMk/>
            <pc:sldMk cId="3921742512" sldId="754"/>
            <ac:picMk id="19" creationId="{9231E2A5-61EB-0695-4283-E8AA80E1F688}"/>
          </ac:picMkLst>
        </pc:picChg>
        <pc:picChg chg="del">
          <ac:chgData name="Charlotte BAUDRY" userId="e7e13d5e-abd5-4afe-a7b5-4758d84c46e2" providerId="ADAL" clId="{E7268E0D-946F-4B0E-BD30-9159761F7858}" dt="2023-07-28T13:54:25.656" v="1" actId="478"/>
          <ac:picMkLst>
            <pc:docMk/>
            <pc:sldMk cId="3921742512" sldId="754"/>
            <ac:picMk id="20" creationId="{F1001CD5-EBB7-0BBC-99BA-F34B0C168F4D}"/>
          </ac:picMkLst>
        </pc:picChg>
        <pc:picChg chg="del">
          <ac:chgData name="Charlotte BAUDRY" userId="e7e13d5e-abd5-4afe-a7b5-4758d84c46e2" providerId="ADAL" clId="{E7268E0D-946F-4B0E-BD30-9159761F7858}" dt="2023-07-28T13:54:25.656" v="1" actId="478"/>
          <ac:picMkLst>
            <pc:docMk/>
            <pc:sldMk cId="3921742512" sldId="754"/>
            <ac:picMk id="22" creationId="{8962A51C-CC64-DFEC-6214-ECF890A59BFE}"/>
          </ac:picMkLst>
        </pc:picChg>
        <pc:picChg chg="add mod">
          <ac:chgData name="Charlotte BAUDRY" userId="e7e13d5e-abd5-4afe-a7b5-4758d84c46e2" providerId="ADAL" clId="{E7268E0D-946F-4B0E-BD30-9159761F7858}" dt="2023-07-28T14:10:06.739" v="263" actId="164"/>
          <ac:picMkLst>
            <pc:docMk/>
            <pc:sldMk cId="3921742512" sldId="754"/>
            <ac:picMk id="23" creationId="{6E205628-375E-5CEF-9B49-54B2BAF257A8}"/>
          </ac:picMkLst>
        </pc:picChg>
        <pc:picChg chg="add mod">
          <ac:chgData name="Charlotte BAUDRY" userId="e7e13d5e-abd5-4afe-a7b5-4758d84c46e2" providerId="ADAL" clId="{E7268E0D-946F-4B0E-BD30-9159761F7858}" dt="2023-08-03T06:38:28.393" v="804" actId="1076"/>
          <ac:picMkLst>
            <pc:docMk/>
            <pc:sldMk cId="3921742512" sldId="754"/>
            <ac:picMk id="26" creationId="{F45C0115-87E8-F9BC-CF3A-3AB8E8CA7365}"/>
          </ac:picMkLst>
        </pc:picChg>
        <pc:picChg chg="mod">
          <ac:chgData name="Charlotte BAUDRY" userId="e7e13d5e-abd5-4afe-a7b5-4758d84c46e2" providerId="ADAL" clId="{E7268E0D-946F-4B0E-BD30-9159761F7858}" dt="2023-07-28T14:05:01.260" v="125"/>
          <ac:picMkLst>
            <pc:docMk/>
            <pc:sldMk cId="3921742512" sldId="754"/>
            <ac:picMk id="28" creationId="{2926CC65-23F9-D234-4D8D-BCF40FE0EB79}"/>
          </ac:picMkLst>
        </pc:picChg>
        <pc:picChg chg="mod">
          <ac:chgData name="Charlotte BAUDRY" userId="e7e13d5e-abd5-4afe-a7b5-4758d84c46e2" providerId="ADAL" clId="{E7268E0D-946F-4B0E-BD30-9159761F7858}" dt="2023-07-28T14:05:01.260" v="125"/>
          <ac:picMkLst>
            <pc:docMk/>
            <pc:sldMk cId="3921742512" sldId="754"/>
            <ac:picMk id="29" creationId="{4166B8EF-FCFE-A38B-69A0-77CC341CA694}"/>
          </ac:picMkLst>
        </pc:picChg>
        <pc:picChg chg="mod">
          <ac:chgData name="Charlotte BAUDRY" userId="e7e13d5e-abd5-4afe-a7b5-4758d84c46e2" providerId="ADAL" clId="{E7268E0D-946F-4B0E-BD30-9159761F7858}" dt="2023-07-28T14:05:01.260" v="125"/>
          <ac:picMkLst>
            <pc:docMk/>
            <pc:sldMk cId="3921742512" sldId="754"/>
            <ac:picMk id="30" creationId="{E93B80EC-32A1-038F-4848-DBD8CF742CCE}"/>
          </ac:picMkLst>
        </pc:picChg>
        <pc:picChg chg="add mod modCrop">
          <ac:chgData name="Charlotte BAUDRY" userId="e7e13d5e-abd5-4afe-a7b5-4758d84c46e2" providerId="ADAL" clId="{E7268E0D-946F-4B0E-BD30-9159761F7858}" dt="2023-07-31T06:56:01.121" v="801" actId="1076"/>
          <ac:picMkLst>
            <pc:docMk/>
            <pc:sldMk cId="3921742512" sldId="754"/>
            <ac:picMk id="33" creationId="{38171E12-CC68-A8AC-6F75-935EED939F41}"/>
          </ac:picMkLst>
        </pc:picChg>
        <pc:picChg chg="add mod modCrop">
          <ac:chgData name="Charlotte BAUDRY" userId="e7e13d5e-abd5-4afe-a7b5-4758d84c46e2" providerId="ADAL" clId="{E7268E0D-946F-4B0E-BD30-9159761F7858}" dt="2023-07-28T14:24:02.530" v="771" actId="732"/>
          <ac:picMkLst>
            <pc:docMk/>
            <pc:sldMk cId="3921742512" sldId="754"/>
            <ac:picMk id="35" creationId="{CAAACF03-7F18-C085-5F83-4263FDCD28B4}"/>
          </ac:picMkLst>
        </pc:picChg>
      </pc:sldChg>
      <pc:sldChg chg="del">
        <pc:chgData name="Charlotte BAUDRY" userId="e7e13d5e-abd5-4afe-a7b5-4758d84c46e2" providerId="ADAL" clId="{E7268E0D-946F-4B0E-BD30-9159761F7858}" dt="2023-07-31T06:57:06.036" v="802" actId="47"/>
        <pc:sldMkLst>
          <pc:docMk/>
          <pc:sldMk cId="690977265" sldId="1166"/>
        </pc:sldMkLst>
      </pc:sldChg>
      <pc:sldChg chg="addSp delSp modSp add mod delAnim">
        <pc:chgData name="Charlotte BAUDRY" userId="e7e13d5e-abd5-4afe-a7b5-4758d84c46e2" providerId="ADAL" clId="{E7268E0D-946F-4B0E-BD30-9159761F7858}" dt="2023-08-03T06:50:40.523" v="812" actId="1076"/>
        <pc:sldMkLst>
          <pc:docMk/>
          <pc:sldMk cId="3848936808" sldId="1167"/>
        </pc:sldMkLst>
        <pc:spChg chg="del">
          <ac:chgData name="Charlotte BAUDRY" userId="e7e13d5e-abd5-4afe-a7b5-4758d84c46e2" providerId="ADAL" clId="{E7268E0D-946F-4B0E-BD30-9159761F7858}" dt="2023-07-28T14:18:21.136" v="610" actId="478"/>
          <ac:spMkLst>
            <pc:docMk/>
            <pc:sldMk cId="3848936808" sldId="1167"/>
            <ac:spMk id="2" creationId="{20ED249E-E05F-97D0-F66D-C9BEDE98FF5A}"/>
          </ac:spMkLst>
        </pc:spChg>
        <pc:spChg chg="del">
          <ac:chgData name="Charlotte BAUDRY" userId="e7e13d5e-abd5-4afe-a7b5-4758d84c46e2" providerId="ADAL" clId="{E7268E0D-946F-4B0E-BD30-9159761F7858}" dt="2023-07-28T14:18:17.970" v="608" actId="478"/>
          <ac:spMkLst>
            <pc:docMk/>
            <pc:sldMk cId="3848936808" sldId="1167"/>
            <ac:spMk id="4" creationId="{F79D365C-8A5F-D56C-2524-1D5080FB2291}"/>
          </ac:spMkLst>
        </pc:spChg>
        <pc:spChg chg="mod">
          <ac:chgData name="Charlotte BAUDRY" userId="e7e13d5e-abd5-4afe-a7b5-4758d84c46e2" providerId="ADAL" clId="{E7268E0D-946F-4B0E-BD30-9159761F7858}" dt="2023-07-28T14:24:29.473" v="774" actId="1076"/>
          <ac:spMkLst>
            <pc:docMk/>
            <pc:sldMk cId="3848936808" sldId="1167"/>
            <ac:spMk id="5" creationId="{BC870C57-20F5-497B-BDF7-FD91ABBAAC5B}"/>
          </ac:spMkLst>
        </pc:spChg>
        <pc:spChg chg="del">
          <ac:chgData name="Charlotte BAUDRY" userId="e7e13d5e-abd5-4afe-a7b5-4758d84c46e2" providerId="ADAL" clId="{E7268E0D-946F-4B0E-BD30-9159761F7858}" dt="2023-07-28T14:18:17.970" v="608" actId="478"/>
          <ac:spMkLst>
            <pc:docMk/>
            <pc:sldMk cId="3848936808" sldId="1167"/>
            <ac:spMk id="6" creationId="{7AF047A9-991F-4FA1-8832-D90DC6A9029F}"/>
          </ac:spMkLst>
        </pc:spChg>
        <pc:spChg chg="del">
          <ac:chgData name="Charlotte BAUDRY" userId="e7e13d5e-abd5-4afe-a7b5-4758d84c46e2" providerId="ADAL" clId="{E7268E0D-946F-4B0E-BD30-9159761F7858}" dt="2023-07-28T14:18:17.970" v="608" actId="478"/>
          <ac:spMkLst>
            <pc:docMk/>
            <pc:sldMk cId="3848936808" sldId="1167"/>
            <ac:spMk id="9" creationId="{7107A205-B195-064C-4411-9D77EC2DE540}"/>
          </ac:spMkLst>
        </pc:spChg>
        <pc:spChg chg="add del mod">
          <ac:chgData name="Charlotte BAUDRY" userId="e7e13d5e-abd5-4afe-a7b5-4758d84c46e2" providerId="ADAL" clId="{E7268E0D-946F-4B0E-BD30-9159761F7858}" dt="2023-07-28T14:18:19.768" v="609" actId="478"/>
          <ac:spMkLst>
            <pc:docMk/>
            <pc:sldMk cId="3848936808" sldId="1167"/>
            <ac:spMk id="12" creationId="{7924B61D-8375-9EB9-FD32-B205BA3B4CAC}"/>
          </ac:spMkLst>
        </pc:spChg>
        <pc:spChg chg="add mod">
          <ac:chgData name="Charlotte BAUDRY" userId="e7e13d5e-abd5-4afe-a7b5-4758d84c46e2" providerId="ADAL" clId="{E7268E0D-946F-4B0E-BD30-9159761F7858}" dt="2023-07-28T14:25:00.104" v="779" actId="1076"/>
          <ac:spMkLst>
            <pc:docMk/>
            <pc:sldMk cId="3848936808" sldId="1167"/>
            <ac:spMk id="17" creationId="{03F285DE-0C1F-1507-D01A-B5094618F018}"/>
          </ac:spMkLst>
        </pc:spChg>
        <pc:spChg chg="add del mod">
          <ac:chgData name="Charlotte BAUDRY" userId="e7e13d5e-abd5-4afe-a7b5-4758d84c46e2" providerId="ADAL" clId="{E7268E0D-946F-4B0E-BD30-9159761F7858}" dt="2023-07-28T14:23:03.185" v="760" actId="478"/>
          <ac:spMkLst>
            <pc:docMk/>
            <pc:sldMk cId="3848936808" sldId="1167"/>
            <ac:spMk id="26" creationId="{6BB92C91-594C-1F4C-A1F4-00062091B1E2}"/>
          </ac:spMkLst>
        </pc:spChg>
        <pc:spChg chg="add del mod">
          <ac:chgData name="Charlotte BAUDRY" userId="e7e13d5e-abd5-4afe-a7b5-4758d84c46e2" providerId="ADAL" clId="{E7268E0D-946F-4B0E-BD30-9159761F7858}" dt="2023-08-03T06:50:37.928" v="811" actId="478"/>
          <ac:spMkLst>
            <pc:docMk/>
            <pc:sldMk cId="3848936808" sldId="1167"/>
            <ac:spMk id="29" creationId="{3C9202B7-746B-5A31-2563-24A9CF8F68B2}"/>
          </ac:spMkLst>
        </pc:spChg>
        <pc:picChg chg="add mod modCrop">
          <ac:chgData name="Charlotte BAUDRY" userId="e7e13d5e-abd5-4afe-a7b5-4758d84c46e2" providerId="ADAL" clId="{E7268E0D-946F-4B0E-BD30-9159761F7858}" dt="2023-08-03T06:50:40.523" v="812" actId="1076"/>
          <ac:picMkLst>
            <pc:docMk/>
            <pc:sldMk cId="3848936808" sldId="1167"/>
            <ac:picMk id="2" creationId="{02779E61-8724-1E88-28F5-8F9F7C6517A0}"/>
          </ac:picMkLst>
        </pc:picChg>
        <pc:picChg chg="del">
          <ac:chgData name="Charlotte BAUDRY" userId="e7e13d5e-abd5-4afe-a7b5-4758d84c46e2" providerId="ADAL" clId="{E7268E0D-946F-4B0E-BD30-9159761F7858}" dt="2023-07-28T14:18:17.970" v="608" actId="478"/>
          <ac:picMkLst>
            <pc:docMk/>
            <pc:sldMk cId="3848936808" sldId="1167"/>
            <ac:picMk id="3" creationId="{E9D98DA2-30A6-3933-E105-2B46CF51B978}"/>
          </ac:picMkLst>
        </pc:picChg>
        <pc:picChg chg="del">
          <ac:chgData name="Charlotte BAUDRY" userId="e7e13d5e-abd5-4afe-a7b5-4758d84c46e2" providerId="ADAL" clId="{E7268E0D-946F-4B0E-BD30-9159761F7858}" dt="2023-07-28T14:18:17.970" v="608" actId="478"/>
          <ac:picMkLst>
            <pc:docMk/>
            <pc:sldMk cId="3848936808" sldId="1167"/>
            <ac:picMk id="7" creationId="{4B2FAD4B-46C3-A7B8-81DC-DE6354B00934}"/>
          </ac:picMkLst>
        </pc:picChg>
        <pc:picChg chg="del">
          <ac:chgData name="Charlotte BAUDRY" userId="e7e13d5e-abd5-4afe-a7b5-4758d84c46e2" providerId="ADAL" clId="{E7268E0D-946F-4B0E-BD30-9159761F7858}" dt="2023-07-28T14:18:17.970" v="608" actId="478"/>
          <ac:picMkLst>
            <pc:docMk/>
            <pc:sldMk cId="3848936808" sldId="1167"/>
            <ac:picMk id="11" creationId="{5E8137D6-20B3-2464-E8E8-BF98DC714A44}"/>
          </ac:picMkLst>
        </pc:picChg>
        <pc:picChg chg="add mod modCrop">
          <ac:chgData name="Charlotte BAUDRY" userId="e7e13d5e-abd5-4afe-a7b5-4758d84c46e2" providerId="ADAL" clId="{E7268E0D-946F-4B0E-BD30-9159761F7858}" dt="2023-07-28T14:24:46.153" v="777" actId="1076"/>
          <ac:picMkLst>
            <pc:docMk/>
            <pc:sldMk cId="3848936808" sldId="1167"/>
            <ac:picMk id="14" creationId="{7CDA37FF-07E3-6762-6984-D1778DB337ED}"/>
          </ac:picMkLst>
        </pc:picChg>
        <pc:picChg chg="add del mod">
          <ac:chgData name="Charlotte BAUDRY" userId="e7e13d5e-abd5-4afe-a7b5-4758d84c46e2" providerId="ADAL" clId="{E7268E0D-946F-4B0E-BD30-9159761F7858}" dt="2023-07-28T14:23:20.112" v="763" actId="478"/>
          <ac:picMkLst>
            <pc:docMk/>
            <pc:sldMk cId="3848936808" sldId="1167"/>
            <ac:picMk id="16" creationId="{9E0439D8-6238-47A9-58D7-C33F034BAAA2}"/>
          </ac:picMkLst>
        </pc:picChg>
        <pc:picChg chg="del">
          <ac:chgData name="Charlotte BAUDRY" userId="e7e13d5e-abd5-4afe-a7b5-4758d84c46e2" providerId="ADAL" clId="{E7268E0D-946F-4B0E-BD30-9159761F7858}" dt="2023-07-28T14:18:17.970" v="608" actId="478"/>
          <ac:picMkLst>
            <pc:docMk/>
            <pc:sldMk cId="3848936808" sldId="1167"/>
            <ac:picMk id="18" creationId="{A1F4DB56-D4CF-6D5D-95D7-AC2E28B1752C}"/>
          </ac:picMkLst>
        </pc:picChg>
        <pc:picChg chg="del">
          <ac:chgData name="Charlotte BAUDRY" userId="e7e13d5e-abd5-4afe-a7b5-4758d84c46e2" providerId="ADAL" clId="{E7268E0D-946F-4B0E-BD30-9159761F7858}" dt="2023-07-28T14:18:17.970" v="608" actId="478"/>
          <ac:picMkLst>
            <pc:docMk/>
            <pc:sldMk cId="3848936808" sldId="1167"/>
            <ac:picMk id="20" creationId="{F1001CD5-EBB7-0BBC-99BA-F34B0C168F4D}"/>
          </ac:picMkLst>
        </pc:picChg>
        <pc:picChg chg="add mod">
          <ac:chgData name="Charlotte BAUDRY" userId="e7e13d5e-abd5-4afe-a7b5-4758d84c46e2" providerId="ADAL" clId="{E7268E0D-946F-4B0E-BD30-9159761F7858}" dt="2023-07-28T14:24:48.936" v="778" actId="1076"/>
          <ac:picMkLst>
            <pc:docMk/>
            <pc:sldMk cId="3848936808" sldId="1167"/>
            <ac:picMk id="21" creationId="{791C12E4-E583-4D0B-A12A-851E2BCAE15B}"/>
          </ac:picMkLst>
        </pc:picChg>
        <pc:picChg chg="del">
          <ac:chgData name="Charlotte BAUDRY" userId="e7e13d5e-abd5-4afe-a7b5-4758d84c46e2" providerId="ADAL" clId="{E7268E0D-946F-4B0E-BD30-9159761F7858}" dt="2023-07-28T14:18:17.970" v="608" actId="478"/>
          <ac:picMkLst>
            <pc:docMk/>
            <pc:sldMk cId="3848936808" sldId="1167"/>
            <ac:picMk id="22" creationId="{8962A51C-CC64-DFEC-6214-ECF890A59BFE}"/>
          </ac:picMkLst>
        </pc:picChg>
        <pc:picChg chg="add mod">
          <ac:chgData name="Charlotte BAUDRY" userId="e7e13d5e-abd5-4afe-a7b5-4758d84c46e2" providerId="ADAL" clId="{E7268E0D-946F-4B0E-BD30-9159761F7858}" dt="2023-07-28T14:22:59.834" v="757" actId="1076"/>
          <ac:picMkLst>
            <pc:docMk/>
            <pc:sldMk cId="3848936808" sldId="1167"/>
            <ac:picMk id="24" creationId="{4E377FAE-0606-6CC8-2D9A-DFD443361F06}"/>
          </ac:picMkLst>
        </pc:picChg>
        <pc:picChg chg="add del mod">
          <ac:chgData name="Charlotte BAUDRY" userId="e7e13d5e-abd5-4afe-a7b5-4758d84c46e2" providerId="ADAL" clId="{E7268E0D-946F-4B0E-BD30-9159761F7858}" dt="2023-07-28T14:23:03.185" v="760" actId="478"/>
          <ac:picMkLst>
            <pc:docMk/>
            <pc:sldMk cId="3848936808" sldId="1167"/>
            <ac:picMk id="25" creationId="{1B040AE3-C7F5-D48B-4616-B85E77E07A1E}"/>
          </ac:picMkLst>
        </pc:picChg>
        <pc:picChg chg="add mod">
          <ac:chgData name="Charlotte BAUDRY" userId="e7e13d5e-abd5-4afe-a7b5-4758d84c46e2" providerId="ADAL" clId="{E7268E0D-946F-4B0E-BD30-9159761F7858}" dt="2023-07-28T14:25:00.104" v="779" actId="1076"/>
          <ac:picMkLst>
            <pc:docMk/>
            <pc:sldMk cId="3848936808" sldId="1167"/>
            <ac:picMk id="28" creationId="{CE300BAE-2217-6C6F-409C-7371B9B9FF89}"/>
          </ac:picMkLst>
        </pc:picChg>
      </pc:sldChg>
      <pc:sldChg chg="add del">
        <pc:chgData name="Charlotte BAUDRY" userId="e7e13d5e-abd5-4afe-a7b5-4758d84c46e2" providerId="ADAL" clId="{E7268E0D-946F-4B0E-BD30-9159761F7858}" dt="2023-07-31T06:57:07.042" v="803" actId="47"/>
        <pc:sldMkLst>
          <pc:docMk/>
          <pc:sldMk cId="526925457" sldId="1168"/>
        </pc:sldMkLst>
      </pc:sldChg>
      <pc:sldChg chg="delSp modSp add del mod">
        <pc:chgData name="Charlotte BAUDRY" userId="e7e13d5e-abd5-4afe-a7b5-4758d84c46e2" providerId="ADAL" clId="{E7268E0D-946F-4B0E-BD30-9159761F7858}" dt="2023-08-03T06:51:21.336" v="838" actId="47"/>
        <pc:sldMkLst>
          <pc:docMk/>
          <pc:sldMk cId="2766937945" sldId="1168"/>
        </pc:sldMkLst>
        <pc:spChg chg="mod">
          <ac:chgData name="Charlotte BAUDRY" userId="e7e13d5e-abd5-4afe-a7b5-4758d84c46e2" providerId="ADAL" clId="{E7268E0D-946F-4B0E-BD30-9159761F7858}" dt="2023-08-03T06:51:08.650" v="837" actId="20577"/>
          <ac:spMkLst>
            <pc:docMk/>
            <pc:sldMk cId="2766937945" sldId="1168"/>
            <ac:spMk id="5" creationId="{BC870C57-20F5-497B-BDF7-FD91ABBAAC5B}"/>
          </ac:spMkLst>
        </pc:spChg>
        <pc:picChg chg="del">
          <ac:chgData name="Charlotte BAUDRY" userId="e7e13d5e-abd5-4afe-a7b5-4758d84c46e2" providerId="ADAL" clId="{E7268E0D-946F-4B0E-BD30-9159761F7858}" dt="2023-08-03T06:51:00.363" v="814" actId="478"/>
          <ac:picMkLst>
            <pc:docMk/>
            <pc:sldMk cId="2766937945" sldId="1168"/>
            <ac:picMk id="14" creationId="{7CDA37FF-07E3-6762-6984-D1778DB337ED}"/>
          </ac:picMkLst>
        </pc:picChg>
        <pc:picChg chg="del">
          <ac:chgData name="Charlotte BAUDRY" userId="e7e13d5e-abd5-4afe-a7b5-4758d84c46e2" providerId="ADAL" clId="{E7268E0D-946F-4B0E-BD30-9159761F7858}" dt="2023-08-03T06:51:00.882" v="815" actId="478"/>
          <ac:picMkLst>
            <pc:docMk/>
            <pc:sldMk cId="2766937945" sldId="1168"/>
            <ac:picMk id="21" creationId="{791C12E4-E583-4D0B-A12A-851E2BCAE15B}"/>
          </ac:picMkLst>
        </pc:picChg>
        <pc:picChg chg="del">
          <ac:chgData name="Charlotte BAUDRY" userId="e7e13d5e-abd5-4afe-a7b5-4758d84c46e2" providerId="ADAL" clId="{E7268E0D-946F-4B0E-BD30-9159761F7858}" dt="2023-08-03T06:51:01.390" v="816" actId="478"/>
          <ac:picMkLst>
            <pc:docMk/>
            <pc:sldMk cId="2766937945" sldId="1168"/>
            <ac:picMk id="24" creationId="{4E377FAE-0606-6CC8-2D9A-DFD443361F06}"/>
          </ac:picMkLst>
        </pc:picChg>
      </pc:sldChg>
    </pc:docChg>
  </pc:docChgLst>
  <pc:docChgLst>
    <pc:chgData name="Aurélie Turpaud" userId="017d8a9c-fa9a-440e-9f62-e10e1ce2ca84" providerId="ADAL" clId="{67A9203C-52D1-46A8-B341-05D636B93745}"/>
    <pc:docChg chg="undo custSel addSld delSld modSld">
      <pc:chgData name="Aurélie Turpaud" userId="017d8a9c-fa9a-440e-9f62-e10e1ce2ca84" providerId="ADAL" clId="{67A9203C-52D1-46A8-B341-05D636B93745}" dt="2023-07-27T09:31:22.688" v="358" actId="20577"/>
      <pc:docMkLst>
        <pc:docMk/>
      </pc:docMkLst>
      <pc:sldChg chg="del">
        <pc:chgData name="Aurélie Turpaud" userId="017d8a9c-fa9a-440e-9f62-e10e1ce2ca84" providerId="ADAL" clId="{67A9203C-52D1-46A8-B341-05D636B93745}" dt="2023-07-26T09:46:22.142" v="356" actId="47"/>
        <pc:sldMkLst>
          <pc:docMk/>
          <pc:sldMk cId="368321993" sldId="271"/>
        </pc:sldMkLst>
      </pc:sldChg>
      <pc:sldChg chg="del">
        <pc:chgData name="Aurélie Turpaud" userId="017d8a9c-fa9a-440e-9f62-e10e1ce2ca84" providerId="ADAL" clId="{67A9203C-52D1-46A8-B341-05D636B93745}" dt="2023-07-26T09:46:13.671" v="344" actId="47"/>
        <pc:sldMkLst>
          <pc:docMk/>
          <pc:sldMk cId="629829161" sldId="379"/>
        </pc:sldMkLst>
      </pc:sldChg>
      <pc:sldChg chg="del">
        <pc:chgData name="Aurélie Turpaud" userId="017d8a9c-fa9a-440e-9f62-e10e1ce2ca84" providerId="ADAL" clId="{67A9203C-52D1-46A8-B341-05D636B93745}" dt="2023-07-26T09:46:13.356" v="343" actId="47"/>
        <pc:sldMkLst>
          <pc:docMk/>
          <pc:sldMk cId="0" sldId="722"/>
        </pc:sldMkLst>
      </pc:sldChg>
      <pc:sldChg chg="modSp mod">
        <pc:chgData name="Aurélie Turpaud" userId="017d8a9c-fa9a-440e-9f62-e10e1ce2ca84" providerId="ADAL" clId="{67A9203C-52D1-46A8-B341-05D636B93745}" dt="2023-07-26T09:45:57.005" v="330" actId="115"/>
        <pc:sldMkLst>
          <pc:docMk/>
          <pc:sldMk cId="3921742512" sldId="754"/>
        </pc:sldMkLst>
        <pc:spChg chg="mod">
          <ac:chgData name="Aurélie Turpaud" userId="017d8a9c-fa9a-440e-9f62-e10e1ce2ca84" providerId="ADAL" clId="{67A9203C-52D1-46A8-B341-05D636B93745}" dt="2023-07-26T09:45:57.005" v="330" actId="115"/>
          <ac:spMkLst>
            <pc:docMk/>
            <pc:sldMk cId="3921742512" sldId="754"/>
            <ac:spMk id="9" creationId="{7107A205-B195-064C-4411-9D77EC2DE540}"/>
          </ac:spMkLst>
        </pc:spChg>
      </pc:sldChg>
      <pc:sldChg chg="del">
        <pc:chgData name="Aurélie Turpaud" userId="017d8a9c-fa9a-440e-9f62-e10e1ce2ca84" providerId="ADAL" clId="{67A9203C-52D1-46A8-B341-05D636B93745}" dt="2023-07-26T09:46:14.669" v="347" actId="47"/>
        <pc:sldMkLst>
          <pc:docMk/>
          <pc:sldMk cId="238295231" sldId="767"/>
        </pc:sldMkLst>
      </pc:sldChg>
      <pc:sldChg chg="del">
        <pc:chgData name="Aurélie Turpaud" userId="017d8a9c-fa9a-440e-9f62-e10e1ce2ca84" providerId="ADAL" clId="{67A9203C-52D1-46A8-B341-05D636B93745}" dt="2023-07-26T09:46:15.357" v="348" actId="47"/>
        <pc:sldMkLst>
          <pc:docMk/>
          <pc:sldMk cId="4186331997" sldId="770"/>
        </pc:sldMkLst>
      </pc:sldChg>
      <pc:sldChg chg="del">
        <pc:chgData name="Aurélie Turpaud" userId="017d8a9c-fa9a-440e-9f62-e10e1ce2ca84" providerId="ADAL" clId="{67A9203C-52D1-46A8-B341-05D636B93745}" dt="2023-07-26T09:46:15.844" v="349" actId="47"/>
        <pc:sldMkLst>
          <pc:docMk/>
          <pc:sldMk cId="4087890578" sldId="771"/>
        </pc:sldMkLst>
      </pc:sldChg>
      <pc:sldChg chg="del">
        <pc:chgData name="Aurélie Turpaud" userId="017d8a9c-fa9a-440e-9f62-e10e1ce2ca84" providerId="ADAL" clId="{67A9203C-52D1-46A8-B341-05D636B93745}" dt="2023-07-26T09:46:16.347" v="350" actId="47"/>
        <pc:sldMkLst>
          <pc:docMk/>
          <pc:sldMk cId="3711941869" sldId="772"/>
        </pc:sldMkLst>
      </pc:sldChg>
      <pc:sldChg chg="del">
        <pc:chgData name="Aurélie Turpaud" userId="017d8a9c-fa9a-440e-9f62-e10e1ce2ca84" providerId="ADAL" clId="{67A9203C-52D1-46A8-B341-05D636B93745}" dt="2023-07-26T09:46:13.979" v="345" actId="47"/>
        <pc:sldMkLst>
          <pc:docMk/>
          <pc:sldMk cId="2225955862" sldId="773"/>
        </pc:sldMkLst>
      </pc:sldChg>
      <pc:sldChg chg="del">
        <pc:chgData name="Aurélie Turpaud" userId="017d8a9c-fa9a-440e-9f62-e10e1ce2ca84" providerId="ADAL" clId="{67A9203C-52D1-46A8-B341-05D636B93745}" dt="2023-07-26T09:46:14.268" v="346" actId="47"/>
        <pc:sldMkLst>
          <pc:docMk/>
          <pc:sldMk cId="995521822" sldId="785"/>
        </pc:sldMkLst>
      </pc:sldChg>
      <pc:sldChg chg="del">
        <pc:chgData name="Aurélie Turpaud" userId="017d8a9c-fa9a-440e-9f62-e10e1ce2ca84" providerId="ADAL" clId="{67A9203C-52D1-46A8-B341-05D636B93745}" dt="2023-07-26T09:46:19.038" v="355" actId="47"/>
        <pc:sldMkLst>
          <pc:docMk/>
          <pc:sldMk cId="888961723" sldId="831"/>
        </pc:sldMkLst>
      </pc:sldChg>
      <pc:sldChg chg="del">
        <pc:chgData name="Aurélie Turpaud" userId="017d8a9c-fa9a-440e-9f62-e10e1ce2ca84" providerId="ADAL" clId="{67A9203C-52D1-46A8-B341-05D636B93745}" dt="2023-07-26T09:46:17.447" v="352" actId="47"/>
        <pc:sldMkLst>
          <pc:docMk/>
          <pc:sldMk cId="3079215175" sldId="845"/>
        </pc:sldMkLst>
      </pc:sldChg>
      <pc:sldChg chg="del">
        <pc:chgData name="Aurélie Turpaud" userId="017d8a9c-fa9a-440e-9f62-e10e1ce2ca84" providerId="ADAL" clId="{67A9203C-52D1-46A8-B341-05D636B93745}" dt="2023-07-26T09:46:17.980" v="353" actId="47"/>
        <pc:sldMkLst>
          <pc:docMk/>
          <pc:sldMk cId="2544936966" sldId="907"/>
        </pc:sldMkLst>
      </pc:sldChg>
      <pc:sldChg chg="del">
        <pc:chgData name="Aurélie Turpaud" userId="017d8a9c-fa9a-440e-9f62-e10e1ce2ca84" providerId="ADAL" clId="{67A9203C-52D1-46A8-B341-05D636B93745}" dt="2023-07-26T09:46:18.221" v="354" actId="47"/>
        <pc:sldMkLst>
          <pc:docMk/>
          <pc:sldMk cId="758887758" sldId="968"/>
        </pc:sldMkLst>
      </pc:sldChg>
      <pc:sldChg chg="del">
        <pc:chgData name="Aurélie Turpaud" userId="017d8a9c-fa9a-440e-9f62-e10e1ce2ca84" providerId="ADAL" clId="{67A9203C-52D1-46A8-B341-05D636B93745}" dt="2023-07-26T09:46:17.140" v="351" actId="47"/>
        <pc:sldMkLst>
          <pc:docMk/>
          <pc:sldMk cId="3790026401" sldId="970"/>
        </pc:sldMkLst>
      </pc:sldChg>
      <pc:sldChg chg="del">
        <pc:chgData name="Aurélie Turpaud" userId="017d8a9c-fa9a-440e-9f62-e10e1ce2ca84" providerId="ADAL" clId="{67A9203C-52D1-46A8-B341-05D636B93745}" dt="2023-07-26T09:46:12.574" v="341" actId="47"/>
        <pc:sldMkLst>
          <pc:docMk/>
          <pc:sldMk cId="3683007023" sldId="971"/>
        </pc:sldMkLst>
      </pc:sldChg>
      <pc:sldChg chg="add del">
        <pc:chgData name="Aurélie Turpaud" userId="017d8a9c-fa9a-440e-9f62-e10e1ce2ca84" providerId="ADAL" clId="{67A9203C-52D1-46A8-B341-05D636B93745}" dt="2023-07-26T09:46:06.737" v="336" actId="47"/>
        <pc:sldMkLst>
          <pc:docMk/>
          <pc:sldMk cId="2203730645" sldId="1046"/>
        </pc:sldMkLst>
      </pc:sldChg>
      <pc:sldChg chg="del">
        <pc:chgData name="Aurélie Turpaud" userId="017d8a9c-fa9a-440e-9f62-e10e1ce2ca84" providerId="ADAL" clId="{67A9203C-52D1-46A8-B341-05D636B93745}" dt="2023-07-26T09:46:07.234" v="337" actId="47"/>
        <pc:sldMkLst>
          <pc:docMk/>
          <pc:sldMk cId="4257588313" sldId="1151"/>
        </pc:sldMkLst>
      </pc:sldChg>
      <pc:sldChg chg="addSp delSp modSp mod">
        <pc:chgData name="Aurélie Turpaud" userId="017d8a9c-fa9a-440e-9f62-e10e1ce2ca84" providerId="ADAL" clId="{67A9203C-52D1-46A8-B341-05D636B93745}" dt="2023-07-27T09:31:22.688" v="358" actId="20577"/>
        <pc:sldMkLst>
          <pc:docMk/>
          <pc:sldMk cId="690977265" sldId="1166"/>
        </pc:sldMkLst>
        <pc:spChg chg="mod">
          <ac:chgData name="Aurélie Turpaud" userId="017d8a9c-fa9a-440e-9f62-e10e1ce2ca84" providerId="ADAL" clId="{67A9203C-52D1-46A8-B341-05D636B93745}" dt="2023-07-26T09:44:09.730" v="289" actId="1076"/>
          <ac:spMkLst>
            <pc:docMk/>
            <pc:sldMk cId="690977265" sldId="1166"/>
            <ac:spMk id="5" creationId="{E6CD90D2-D714-BB9A-7E8A-214D9920DED0}"/>
          </ac:spMkLst>
        </pc:spChg>
        <pc:spChg chg="mod">
          <ac:chgData name="Aurélie Turpaud" userId="017d8a9c-fa9a-440e-9f62-e10e1ce2ca84" providerId="ADAL" clId="{67A9203C-52D1-46A8-B341-05D636B93745}" dt="2023-07-27T09:31:22.688" v="358" actId="20577"/>
          <ac:spMkLst>
            <pc:docMk/>
            <pc:sldMk cId="690977265" sldId="1166"/>
            <ac:spMk id="6" creationId="{0B030FE8-17C3-E739-1765-413F7F3042D7}"/>
          </ac:spMkLst>
        </pc:spChg>
        <pc:spChg chg="mod">
          <ac:chgData name="Aurélie Turpaud" userId="017d8a9c-fa9a-440e-9f62-e10e1ce2ca84" providerId="ADAL" clId="{67A9203C-52D1-46A8-B341-05D636B93745}" dt="2023-07-26T09:39:45.307" v="208" actId="404"/>
          <ac:spMkLst>
            <pc:docMk/>
            <pc:sldMk cId="690977265" sldId="1166"/>
            <ac:spMk id="12" creationId="{1F208601-BC74-3EA1-7AE0-F9F5FA5B830C}"/>
          </ac:spMkLst>
        </pc:spChg>
        <pc:spChg chg="mod">
          <ac:chgData name="Aurélie Turpaud" userId="017d8a9c-fa9a-440e-9f62-e10e1ce2ca84" providerId="ADAL" clId="{67A9203C-52D1-46A8-B341-05D636B93745}" dt="2023-07-26T09:39:41.557" v="207" actId="403"/>
          <ac:spMkLst>
            <pc:docMk/>
            <pc:sldMk cId="690977265" sldId="1166"/>
            <ac:spMk id="24" creationId="{39EAD1D0-5FFD-7F28-7A42-BF99D3F7FA01}"/>
          </ac:spMkLst>
        </pc:spChg>
        <pc:spChg chg="mod">
          <ac:chgData name="Aurélie Turpaud" userId="017d8a9c-fa9a-440e-9f62-e10e1ce2ca84" providerId="ADAL" clId="{67A9203C-52D1-46A8-B341-05D636B93745}" dt="2023-07-26T09:35:17.273" v="192" actId="1076"/>
          <ac:spMkLst>
            <pc:docMk/>
            <pc:sldMk cId="690977265" sldId="1166"/>
            <ac:spMk id="36" creationId="{2D4C0576-CB65-3FD5-FB2E-591B2FD529C3}"/>
          </ac:spMkLst>
        </pc:spChg>
        <pc:spChg chg="mod">
          <ac:chgData name="Aurélie Turpaud" userId="017d8a9c-fa9a-440e-9f62-e10e1ce2ca84" providerId="ADAL" clId="{67A9203C-52D1-46A8-B341-05D636B93745}" dt="2023-07-26T09:35:31.419" v="195" actId="1076"/>
          <ac:spMkLst>
            <pc:docMk/>
            <pc:sldMk cId="690977265" sldId="1166"/>
            <ac:spMk id="39" creationId="{D0D8C283-0519-A06B-18DF-666D4DE6B991}"/>
          </ac:spMkLst>
        </pc:spChg>
        <pc:grpChg chg="mod">
          <ac:chgData name="Aurélie Turpaud" userId="017d8a9c-fa9a-440e-9f62-e10e1ce2ca84" providerId="ADAL" clId="{67A9203C-52D1-46A8-B341-05D636B93745}" dt="2023-07-26T09:36:56.892" v="196" actId="1076"/>
          <ac:grpSpMkLst>
            <pc:docMk/>
            <pc:sldMk cId="690977265" sldId="1166"/>
            <ac:grpSpMk id="7" creationId="{F5840F7C-BC9E-9CFB-D796-CABEF3AACD73}"/>
          </ac:grpSpMkLst>
        </pc:grpChg>
        <pc:grpChg chg="mod">
          <ac:chgData name="Aurélie Turpaud" userId="017d8a9c-fa9a-440e-9f62-e10e1ce2ca84" providerId="ADAL" clId="{67A9203C-52D1-46A8-B341-05D636B93745}" dt="2023-07-26T09:37:04.097" v="198" actId="1076"/>
          <ac:grpSpMkLst>
            <pc:docMk/>
            <pc:sldMk cId="690977265" sldId="1166"/>
            <ac:grpSpMk id="8" creationId="{4F452C8B-4F13-5DB8-8D45-693D71969D4E}"/>
          </ac:grpSpMkLst>
        </pc:grpChg>
        <pc:grpChg chg="mod">
          <ac:chgData name="Aurélie Turpaud" userId="017d8a9c-fa9a-440e-9f62-e10e1ce2ca84" providerId="ADAL" clId="{67A9203C-52D1-46A8-B341-05D636B93745}" dt="2023-07-26T09:34:47.251" v="186" actId="164"/>
          <ac:grpSpMkLst>
            <pc:docMk/>
            <pc:sldMk cId="690977265" sldId="1166"/>
            <ac:grpSpMk id="9" creationId="{6273E419-246F-7566-6E34-374903AE26D5}"/>
          </ac:grpSpMkLst>
        </pc:grpChg>
        <pc:grpChg chg="del">
          <ac:chgData name="Aurélie Turpaud" userId="017d8a9c-fa9a-440e-9f62-e10e1ce2ca84" providerId="ADAL" clId="{67A9203C-52D1-46A8-B341-05D636B93745}" dt="2023-07-26T09:27:22.511" v="163" actId="478"/>
          <ac:grpSpMkLst>
            <pc:docMk/>
            <pc:sldMk cId="690977265" sldId="1166"/>
            <ac:grpSpMk id="10" creationId="{4C50DFEB-49C1-E9A1-5283-91AE94D2EFC0}"/>
          </ac:grpSpMkLst>
        </pc:grpChg>
        <pc:grpChg chg="add mod">
          <ac:chgData name="Aurélie Turpaud" userId="017d8a9c-fa9a-440e-9f62-e10e1ce2ca84" providerId="ADAL" clId="{67A9203C-52D1-46A8-B341-05D636B93745}" dt="2023-07-26T09:36:59.655" v="197" actId="1076"/>
          <ac:grpSpMkLst>
            <pc:docMk/>
            <pc:sldMk cId="690977265" sldId="1166"/>
            <ac:grpSpMk id="11" creationId="{6454E987-FF72-1B31-0131-34E2C08BED5A}"/>
          </ac:grpSpMkLst>
        </pc:grpChg>
        <pc:picChg chg="add mod">
          <ac:chgData name="Aurélie Turpaud" userId="017d8a9c-fa9a-440e-9f62-e10e1ce2ca84" providerId="ADAL" clId="{67A9203C-52D1-46A8-B341-05D636B93745}" dt="2023-07-26T09:35:31.419" v="195" actId="1076"/>
          <ac:picMkLst>
            <pc:docMk/>
            <pc:sldMk cId="690977265" sldId="1166"/>
            <ac:picMk id="4" creationId="{9BDA362D-B3A9-2738-180C-B832E248A9F0}"/>
          </ac:picMkLst>
        </pc:picChg>
        <pc:picChg chg="del">
          <ac:chgData name="Aurélie Turpaud" userId="017d8a9c-fa9a-440e-9f62-e10e1ce2ca84" providerId="ADAL" clId="{67A9203C-52D1-46A8-B341-05D636B93745}" dt="2023-07-26T09:27:13.004" v="160" actId="21"/>
          <ac:picMkLst>
            <pc:docMk/>
            <pc:sldMk cId="690977265" sldId="1166"/>
            <ac:picMk id="13" creationId="{2BF57870-F3C9-83D2-382F-25CE2D1387DF}"/>
          </ac:picMkLst>
        </pc:picChg>
        <pc:picChg chg="mod">
          <ac:chgData name="Aurélie Turpaud" userId="017d8a9c-fa9a-440e-9f62-e10e1ce2ca84" providerId="ADAL" clId="{67A9203C-52D1-46A8-B341-05D636B93745}" dt="2023-07-26T09:35:31.419" v="195" actId="1076"/>
          <ac:picMkLst>
            <pc:docMk/>
            <pc:sldMk cId="690977265" sldId="1166"/>
            <ac:picMk id="26" creationId="{D0B99587-95B7-B030-4AE8-86CC15F0DAEE}"/>
          </ac:picMkLst>
        </pc:picChg>
      </pc:sldChg>
      <pc:sldChg chg="del">
        <pc:chgData name="Aurélie Turpaud" userId="017d8a9c-fa9a-440e-9f62-e10e1ce2ca84" providerId="ADAL" clId="{67A9203C-52D1-46A8-B341-05D636B93745}" dt="2023-07-26T09:46:12.946" v="342" actId="47"/>
        <pc:sldMkLst>
          <pc:docMk/>
          <pc:sldMk cId="1952864112" sldId="1168"/>
        </pc:sldMkLst>
      </pc:sldChg>
      <pc:sldChg chg="del">
        <pc:chgData name="Aurélie Turpaud" userId="017d8a9c-fa9a-440e-9f62-e10e1ce2ca84" providerId="ADAL" clId="{67A9203C-52D1-46A8-B341-05D636B93745}" dt="2023-07-26T09:45:34.912" v="291" actId="47"/>
        <pc:sldMkLst>
          <pc:docMk/>
          <pc:sldMk cId="1638930156" sldId="1170"/>
        </pc:sldMkLst>
      </pc:sldChg>
      <pc:sldChg chg="add del">
        <pc:chgData name="Aurélie Turpaud" userId="017d8a9c-fa9a-440e-9f62-e10e1ce2ca84" providerId="ADAL" clId="{67A9203C-52D1-46A8-B341-05D636B93745}" dt="2023-07-26T09:46:06.396" v="335" actId="47"/>
        <pc:sldMkLst>
          <pc:docMk/>
          <pc:sldMk cId="4131480162" sldId="1171"/>
        </pc:sldMkLst>
      </pc:sldChg>
      <pc:sldChg chg="del">
        <pc:chgData name="Aurélie Turpaud" userId="017d8a9c-fa9a-440e-9f62-e10e1ce2ca84" providerId="ADAL" clId="{67A9203C-52D1-46A8-B341-05D636B93745}" dt="2023-07-26T09:46:11.568" v="339" actId="47"/>
        <pc:sldMkLst>
          <pc:docMk/>
          <pc:sldMk cId="1177528353" sldId="1300"/>
        </pc:sldMkLst>
      </pc:sldChg>
      <pc:sldChg chg="del">
        <pc:chgData name="Aurélie Turpaud" userId="017d8a9c-fa9a-440e-9f62-e10e1ce2ca84" providerId="ADAL" clId="{67A9203C-52D1-46A8-B341-05D636B93745}" dt="2023-07-26T09:46:10.839" v="338" actId="47"/>
        <pc:sldMkLst>
          <pc:docMk/>
          <pc:sldMk cId="553134394" sldId="1301"/>
        </pc:sldMkLst>
      </pc:sldChg>
      <pc:sldChg chg="del">
        <pc:chgData name="Aurélie Turpaud" userId="017d8a9c-fa9a-440e-9f62-e10e1ce2ca84" providerId="ADAL" clId="{67A9203C-52D1-46A8-B341-05D636B93745}" dt="2023-07-26T09:46:12.045" v="340" actId="47"/>
        <pc:sldMkLst>
          <pc:docMk/>
          <pc:sldMk cId="331123121" sldId="1303"/>
        </pc:sldMkLst>
      </pc:sldChg>
      <pc:sldChg chg="addSp delSp modSp new del mod">
        <pc:chgData name="Aurélie Turpaud" userId="017d8a9c-fa9a-440e-9f62-e10e1ce2ca84" providerId="ADAL" clId="{67A9203C-52D1-46A8-B341-05D636B93745}" dt="2023-07-26T09:45:28.827" v="290" actId="47"/>
        <pc:sldMkLst>
          <pc:docMk/>
          <pc:sldMk cId="3137712049" sldId="1304"/>
        </pc:sldMkLst>
        <pc:spChg chg="del mod">
          <ac:chgData name="Aurélie Turpaud" userId="017d8a9c-fa9a-440e-9f62-e10e1ce2ca84" providerId="ADAL" clId="{67A9203C-52D1-46A8-B341-05D636B93745}" dt="2023-07-26T09:14:24.419" v="97" actId="478"/>
          <ac:spMkLst>
            <pc:docMk/>
            <pc:sldMk cId="3137712049" sldId="1304"/>
            <ac:spMk id="2" creationId="{75183BFF-47EA-6EF6-4336-47DD9C07D2D9}"/>
          </ac:spMkLst>
        </pc:spChg>
        <pc:spChg chg="del">
          <ac:chgData name="Aurélie Turpaud" userId="017d8a9c-fa9a-440e-9f62-e10e1ce2ca84" providerId="ADAL" clId="{67A9203C-52D1-46A8-B341-05D636B93745}" dt="2023-07-26T09:10:41.852" v="2" actId="22"/>
          <ac:spMkLst>
            <pc:docMk/>
            <pc:sldMk cId="3137712049" sldId="1304"/>
            <ac:spMk id="3" creationId="{960637F4-CCA2-A114-4432-7C4236057B6A}"/>
          </ac:spMkLst>
        </pc:spChg>
        <pc:spChg chg="add del mod">
          <ac:chgData name="Aurélie Turpaud" userId="017d8a9c-fa9a-440e-9f62-e10e1ce2ca84" providerId="ADAL" clId="{67A9203C-52D1-46A8-B341-05D636B93745}" dt="2023-07-26T09:10:53.913" v="4" actId="22"/>
          <ac:spMkLst>
            <pc:docMk/>
            <pc:sldMk cId="3137712049" sldId="1304"/>
            <ac:spMk id="10" creationId="{DEE05CE3-25E4-2C5B-DF5C-863703A89975}"/>
          </ac:spMkLst>
        </pc:spChg>
        <pc:spChg chg="add del mod">
          <ac:chgData name="Aurélie Turpaud" userId="017d8a9c-fa9a-440e-9f62-e10e1ce2ca84" providerId="ADAL" clId="{67A9203C-52D1-46A8-B341-05D636B93745}" dt="2023-07-26T09:11:14.045" v="9" actId="22"/>
          <ac:spMkLst>
            <pc:docMk/>
            <pc:sldMk cId="3137712049" sldId="1304"/>
            <ac:spMk id="14" creationId="{56887C6E-0604-3355-62F5-1FB0715E6190}"/>
          </ac:spMkLst>
        </pc:spChg>
        <pc:spChg chg="add del mod">
          <ac:chgData name="Aurélie Turpaud" userId="017d8a9c-fa9a-440e-9f62-e10e1ce2ca84" providerId="ADAL" clId="{67A9203C-52D1-46A8-B341-05D636B93745}" dt="2023-07-26T09:14:23.175" v="96" actId="478"/>
          <ac:spMkLst>
            <pc:docMk/>
            <pc:sldMk cId="3137712049" sldId="1304"/>
            <ac:spMk id="20" creationId="{1AF6F4B5-5466-A63A-1D8E-7661049DFF00}"/>
          </ac:spMkLst>
        </pc:spChg>
        <pc:spChg chg="add del mod">
          <ac:chgData name="Aurélie Turpaud" userId="017d8a9c-fa9a-440e-9f62-e10e1ce2ca84" providerId="ADAL" clId="{67A9203C-52D1-46A8-B341-05D636B93745}" dt="2023-07-26T09:14:28.757" v="99" actId="478"/>
          <ac:spMkLst>
            <pc:docMk/>
            <pc:sldMk cId="3137712049" sldId="1304"/>
            <ac:spMk id="22" creationId="{84888798-B5D9-5246-6E01-E38C4E2AA0EC}"/>
          </ac:spMkLst>
        </pc:spChg>
        <pc:picChg chg="add del mod">
          <ac:chgData name="Aurélie Turpaud" userId="017d8a9c-fa9a-440e-9f62-e10e1ce2ca84" providerId="ADAL" clId="{67A9203C-52D1-46A8-B341-05D636B93745}" dt="2023-07-26T09:12:55.327" v="92" actId="478"/>
          <ac:picMkLst>
            <pc:docMk/>
            <pc:sldMk cId="3137712049" sldId="1304"/>
            <ac:picMk id="6" creationId="{0954A157-3278-A0BB-8406-9F8F36BEF21D}"/>
          </ac:picMkLst>
        </pc:picChg>
        <pc:picChg chg="add del mod ord">
          <ac:chgData name="Aurélie Turpaud" userId="017d8a9c-fa9a-440e-9f62-e10e1ce2ca84" providerId="ADAL" clId="{67A9203C-52D1-46A8-B341-05D636B93745}" dt="2023-07-26T09:10:43.712" v="3" actId="478"/>
          <ac:picMkLst>
            <pc:docMk/>
            <pc:sldMk cId="3137712049" sldId="1304"/>
            <ac:picMk id="8" creationId="{4D99AE49-3E8C-CFDC-48D4-39414B4033E3}"/>
          </ac:picMkLst>
        </pc:picChg>
        <pc:picChg chg="add del mod ord">
          <ac:chgData name="Aurélie Turpaud" userId="017d8a9c-fa9a-440e-9f62-e10e1ce2ca84" providerId="ADAL" clId="{67A9203C-52D1-46A8-B341-05D636B93745}" dt="2023-07-26T09:11:00.075" v="8" actId="478"/>
          <ac:picMkLst>
            <pc:docMk/>
            <pc:sldMk cId="3137712049" sldId="1304"/>
            <ac:picMk id="12" creationId="{9B0690A3-BFAB-AC4A-953B-9A94421EA628}"/>
          </ac:picMkLst>
        </pc:picChg>
        <pc:picChg chg="add del mod ord">
          <ac:chgData name="Aurélie Turpaud" userId="017d8a9c-fa9a-440e-9f62-e10e1ce2ca84" providerId="ADAL" clId="{67A9203C-52D1-46A8-B341-05D636B93745}" dt="2023-07-26T09:12:55.772" v="93" actId="478"/>
          <ac:picMkLst>
            <pc:docMk/>
            <pc:sldMk cId="3137712049" sldId="1304"/>
            <ac:picMk id="16" creationId="{E2AB3EA9-6E04-0BC2-5E8F-0C42357A32AA}"/>
          </ac:picMkLst>
        </pc:picChg>
        <pc:picChg chg="add del mod ord">
          <ac:chgData name="Aurélie Turpaud" userId="017d8a9c-fa9a-440e-9f62-e10e1ce2ca84" providerId="ADAL" clId="{67A9203C-52D1-46A8-B341-05D636B93745}" dt="2023-07-26T09:12:57.439" v="95" actId="478"/>
          <ac:picMkLst>
            <pc:docMk/>
            <pc:sldMk cId="3137712049" sldId="1304"/>
            <ac:picMk id="18" creationId="{A2EAD36E-A03C-9ADB-A72E-631EAA4DD966}"/>
          </ac:picMkLst>
        </pc:picChg>
        <pc:picChg chg="add mod modCrop">
          <ac:chgData name="Aurélie Turpaud" userId="017d8a9c-fa9a-440e-9f62-e10e1ce2ca84" providerId="ADAL" clId="{67A9203C-52D1-46A8-B341-05D636B93745}" dt="2023-07-26T09:16:11.200" v="114" actId="1076"/>
          <ac:picMkLst>
            <pc:docMk/>
            <pc:sldMk cId="3137712049" sldId="1304"/>
            <ac:picMk id="24" creationId="{8B28ED76-BF80-FB80-2A1A-298DF3B63AFD}"/>
          </ac:picMkLst>
        </pc:picChg>
        <pc:picChg chg="add mod modCrop">
          <ac:chgData name="Aurélie Turpaud" userId="017d8a9c-fa9a-440e-9f62-e10e1ce2ca84" providerId="ADAL" clId="{67A9203C-52D1-46A8-B341-05D636B93745}" dt="2023-07-26T09:16:09.035" v="113" actId="1076"/>
          <ac:picMkLst>
            <pc:docMk/>
            <pc:sldMk cId="3137712049" sldId="1304"/>
            <ac:picMk id="25" creationId="{51C99A4B-A637-E645-A8C3-6C31D956E91C}"/>
          </ac:picMkLst>
        </pc:picChg>
      </pc:sldChg>
      <pc:sldMasterChg chg="delSldLayout">
        <pc:chgData name="Aurélie Turpaud" userId="017d8a9c-fa9a-440e-9f62-e10e1ce2ca84" providerId="ADAL" clId="{67A9203C-52D1-46A8-B341-05D636B93745}" dt="2023-07-26T09:46:19.038" v="355" actId="47"/>
        <pc:sldMasterMkLst>
          <pc:docMk/>
          <pc:sldMasterMk cId="1689545658" sldId="2147483648"/>
        </pc:sldMasterMkLst>
        <pc:sldLayoutChg chg="del">
          <pc:chgData name="Aurélie Turpaud" userId="017d8a9c-fa9a-440e-9f62-e10e1ce2ca84" providerId="ADAL" clId="{67A9203C-52D1-46A8-B341-05D636B93745}" dt="2023-07-26T09:46:19.038" v="355" actId="47"/>
          <pc:sldLayoutMkLst>
            <pc:docMk/>
            <pc:sldMasterMk cId="1689545658" sldId="2147483648"/>
            <pc:sldLayoutMk cId="1323832193" sldId="214748366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B746A-0AA1-4E53-9ECA-0C735658EFB1}" type="datetimeFigureOut">
              <a:rPr lang="fr-FR" smtClean="0"/>
              <a:t>03/08/2023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9CFF9B-FFF8-4F2A-BDBC-204B229FE1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2727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fr-FR" sz="13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fr-FR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6138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fr-FR" sz="13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fr-FR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6419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jpe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jpe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AA022656-AA97-40F8-AAA5-6465A346BE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9280"/>
            <a:ext cx="12191999" cy="499871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1EAE51D-AECB-4326-AA4B-2DF1F6963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7880" y="1892379"/>
            <a:ext cx="6759318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5E5C12-EB9F-4263-8796-2785694C6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7879" y="4372054"/>
            <a:ext cx="6759317" cy="415959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708CEC6-D903-45A0-BBC8-A6E98921EA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264" y="1859280"/>
            <a:ext cx="3749040" cy="2688336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EDD113C9-1AD9-4211-8E95-FD152B3F0CBD}"/>
              </a:ext>
            </a:extLst>
          </p:cNvPr>
          <p:cNvCxnSpPr/>
          <p:nvPr userDrawn="1"/>
        </p:nvCxnSpPr>
        <p:spPr>
          <a:xfrm>
            <a:off x="4953936" y="2109708"/>
            <a:ext cx="0" cy="22128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10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apositive de tit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31F899E-8D48-4DF4-9F02-A7C6F354E1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9280"/>
            <a:ext cx="12191999" cy="499871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340B74-D7FD-4B36-A833-54F66F03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257867"/>
            <a:ext cx="10515600" cy="1304608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ECC323-959A-4A70-B01C-38B6FC1C4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7525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35F49C9-6E14-4BE4-866B-0F6BCC0AE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15130" y="302831"/>
            <a:ext cx="3749040" cy="268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70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75B7548-769F-417E-8678-C41294340D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9EBAE58-7289-4A85-B233-E78226952B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43200" cy="2057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5CB7893-C396-441B-88FD-FD0D68CD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9D8A2F-70EF-4E3E-ABC9-0A1E2BEF2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530"/>
            <a:ext cx="3396916" cy="4351338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rgbClr val="F59B11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F51A495-53AA-448F-8D69-FF90D605BAD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3" y="145903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AC503B28-7BAA-470F-B98D-35776727A57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97541" y="1825625"/>
            <a:ext cx="3396916" cy="4351338"/>
          </a:xfrm>
        </p:spPr>
        <p:txBody>
          <a:bodyPr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rgbClr val="97539C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rgbClr val="97539C"/>
              </a:buClr>
              <a:defRPr/>
            </a:lvl3pPr>
            <a:lvl4pPr>
              <a:buClr>
                <a:srgbClr val="97539C"/>
              </a:buClr>
              <a:defRPr/>
            </a:lvl4pPr>
            <a:lvl5pPr>
              <a:buClr>
                <a:srgbClr val="97539C"/>
              </a:buCl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B2AC837B-CDE0-4F9F-A171-0C719B411F0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956882" y="1789530"/>
            <a:ext cx="3396916" cy="4351338"/>
          </a:xfrm>
        </p:spPr>
        <p:txBody>
          <a:bodyPr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95C221"/>
              </a:buClr>
              <a:defRPr/>
            </a:lvl2pPr>
            <a:lvl3pPr>
              <a:buClr>
                <a:schemeClr val="accent6"/>
              </a:buClr>
              <a:defRPr/>
            </a:lvl3pPr>
            <a:lvl4pPr>
              <a:buClr>
                <a:srgbClr val="95C221"/>
              </a:buClr>
              <a:defRPr/>
            </a:lvl4pPr>
            <a:lvl5pPr>
              <a:buClr>
                <a:srgbClr val="95C221"/>
              </a:buCl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126750B9-6ABD-4D51-8F82-FB35205052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fld id="{BBD59F16-94A7-43BD-8B33-3A63424F8E6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266153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ce Pi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75B7548-769F-417E-8678-C41294340D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9EBAE58-7289-4A85-B233-E78226952B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43200" cy="2057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5CB7893-C396-441B-88FD-FD0D68CD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08493A-91AE-4947-B84B-37D9004D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B8D97967-E75B-4A89-A28F-535B5E88360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F51A495-53AA-448F-8D69-FF90D605BAD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3" y="145903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6F7E4D67-61E1-4329-A711-E6A7DE8F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530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4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4"/>
              </a:buBlip>
              <a:defRPr/>
            </a:lvl2pPr>
            <a:lvl3pPr marL="1143000" indent="-228600">
              <a:buClr>
                <a:schemeClr val="accent2"/>
              </a:buClr>
              <a:buFontTx/>
              <a:buBlip>
                <a:blip r:embed="rId4"/>
              </a:buBlip>
              <a:defRPr/>
            </a:lvl3pPr>
            <a:lvl4pPr marL="1600200" indent="-228600">
              <a:buClr>
                <a:srgbClr val="F59B11"/>
              </a:buClr>
              <a:buFontTx/>
              <a:buBlip>
                <a:blip r:embed="rId4"/>
              </a:buBlip>
              <a:defRPr/>
            </a:lvl4pPr>
            <a:lvl5pPr marL="2057400" indent="-228600">
              <a:buClr>
                <a:schemeClr val="accent2"/>
              </a:buClr>
              <a:buFontTx/>
              <a:buBlip>
                <a:blip r:embed="rId4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31F9429C-AC3A-4DC8-A069-7AA09B79A5D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97541" y="1825625"/>
            <a:ext cx="3396916" cy="2289175"/>
          </a:xfrm>
        </p:spPr>
        <p:txBody>
          <a:bodyPr/>
          <a:lstStyle>
            <a:lvl1pPr marL="228600" indent="-228600">
              <a:buClr>
                <a:schemeClr val="accent1"/>
              </a:buClr>
              <a:buSzPct val="150000"/>
              <a:buFontTx/>
              <a:buBlip>
                <a:blip r:embed="rId5"/>
              </a:buBlip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2pPr>
            <a:lvl3pPr marL="11430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3pPr>
            <a:lvl4pPr marL="16002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4pPr>
            <a:lvl5pPr marL="20574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54A3DC20-FCF8-4E80-8C61-41B7DFD4C71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956882" y="1789530"/>
            <a:ext cx="3396916" cy="2325270"/>
          </a:xfrm>
        </p:spPr>
        <p:txBody>
          <a:bodyPr/>
          <a:lstStyle>
            <a:lvl1pPr marL="457200" indent="-457200">
              <a:buClr>
                <a:schemeClr val="accent3"/>
              </a:buClr>
              <a:buSzPct val="150000"/>
              <a:buFontTx/>
              <a:buBlip>
                <a:blip r:embed="rId6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rgbClr val="95C221"/>
              </a:buClr>
              <a:buSzPct val="150000"/>
              <a:buFontTx/>
              <a:buBlip>
                <a:blip r:embed="rId6"/>
              </a:buBlip>
              <a:defRPr/>
            </a:lvl2pPr>
            <a:lvl3pPr marL="1257300" indent="-342900">
              <a:buClr>
                <a:schemeClr val="accent6"/>
              </a:buClr>
              <a:buSzPct val="150000"/>
              <a:buFontTx/>
              <a:buBlip>
                <a:blip r:embed="rId6"/>
              </a:buBlip>
              <a:defRPr/>
            </a:lvl3pPr>
            <a:lvl4pPr marL="1657350" indent="-285750">
              <a:buClr>
                <a:srgbClr val="95C221"/>
              </a:buClr>
              <a:buSzPct val="150000"/>
              <a:buFontTx/>
              <a:buBlip>
                <a:blip r:embed="rId6"/>
              </a:buBlip>
              <a:defRPr/>
            </a:lvl4pPr>
            <a:lvl5pPr marL="2114550" indent="-285750">
              <a:buClr>
                <a:srgbClr val="95C221"/>
              </a:buClr>
              <a:buSzPct val="150000"/>
              <a:buFontTx/>
              <a:buBlip>
                <a:blip r:embed="rId6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C52CE136-F5E1-4D29-A99A-D9B2D88E92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" y="4227497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/>
            </a:lvl2pPr>
            <a:lvl3pPr marL="1143000" indent="-2286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/>
            </a:lvl3pPr>
            <a:lvl4pPr marL="1600200" indent="-228600">
              <a:buClr>
                <a:srgbClr val="F59B11"/>
              </a:buClr>
              <a:buSzPct val="150000"/>
              <a:buFontTx/>
              <a:buBlip>
                <a:blip r:embed="rId7"/>
              </a:buBlip>
              <a:defRPr/>
            </a:lvl4pPr>
            <a:lvl5pPr marL="2057400" indent="-2286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EA5F6286-F712-44F4-A921-DF1C423E920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97541" y="4263592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/>
            </a:lvl2pPr>
            <a:lvl3pPr marL="1143000" indent="-2286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/>
            </a:lvl3pPr>
            <a:lvl4pPr marL="1600200" indent="-228600">
              <a:buClr>
                <a:srgbClr val="F59B11"/>
              </a:buClr>
              <a:buSzPct val="150000"/>
              <a:buFontTx/>
              <a:buBlip>
                <a:blip r:embed="rId8"/>
              </a:buBlip>
              <a:defRPr/>
            </a:lvl4pPr>
            <a:lvl5pPr marL="2057400" indent="-2286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417E447B-3AE2-48FD-BBBF-3AB48CA2CD3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989534" y="4263592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/>
            </a:lvl2pPr>
            <a:lvl3pPr marL="1143000" indent="-2286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/>
            </a:lvl3pPr>
            <a:lvl4pPr marL="1600200" indent="-228600">
              <a:buClr>
                <a:srgbClr val="F59B11"/>
              </a:buClr>
              <a:buSzPct val="150000"/>
              <a:buFontTx/>
              <a:buBlip>
                <a:blip r:embed="rId9"/>
              </a:buBlip>
              <a:defRPr/>
            </a:lvl4pPr>
            <a:lvl5pPr marL="2057400" indent="-2286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30859732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4E463C9-EDD3-4B18-9723-BD458196C8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  <a:solidFill>
            <a:srgbClr val="F29200"/>
          </a:solidFill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ACA8723-6FF8-4BA2-BB87-41ACF31711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44081" y="721278"/>
            <a:ext cx="1364342" cy="291163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9BC207E-28ED-4963-B14E-9A1F86449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EABA01-133F-474E-B8E9-3AC560D39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AC12E8-85AD-41DB-AE98-B53F134E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FA304E6C-D783-45C0-8C1F-6D3AFCA746F7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720B911-3576-4766-9389-DE628971021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3" y="145903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5FE88C9-D23D-49A8-88A6-0E97BD6133E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1823255"/>
            <a:ext cx="1" cy="4353708"/>
          </a:xfrm>
          <a:prstGeom prst="line">
            <a:avLst/>
          </a:prstGeom>
          <a:ln w="38100">
            <a:solidFill>
              <a:srgbClr val="FFB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ABEE41EB-D6A0-4B0D-B832-562D12CEBC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199" y="1849564"/>
            <a:ext cx="5181593" cy="4351338"/>
          </a:xfrm>
          <a:solidFill>
            <a:srgbClr val="F29200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77178795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4E463C9-EDD3-4B18-9723-BD458196C8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ACA8723-6FF8-4BA2-BB87-41ACF31711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44081" y="721278"/>
            <a:ext cx="1364342" cy="291163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9BC207E-28ED-4963-B14E-9A1F86449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EABA01-133F-474E-B8E9-3AC560D39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AC12E8-85AD-41DB-AE98-B53F134E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FA304E6C-D783-45C0-8C1F-6D3AFCA746F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055050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Orange">
    <p:bg>
      <p:bgPr>
        <a:solidFill>
          <a:srgbClr val="F59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4A0B354-1CA0-48AF-85C2-0CF5818B8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56" y="4551841"/>
            <a:ext cx="2352528" cy="230615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39FFE31-E2BE-4E3C-943C-C60EAF8B3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96306" y="4632158"/>
            <a:ext cx="2406317" cy="225592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1B62136-E744-4EEC-AACC-9739D6CA09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19673" y="1089"/>
            <a:ext cx="3282950" cy="28298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236CF5-C018-451F-87A1-AD89441C6B20}"/>
              </a:ext>
            </a:extLst>
          </p:cNvPr>
          <p:cNvSpPr/>
          <p:nvPr userDrawn="1"/>
        </p:nvSpPr>
        <p:spPr>
          <a:xfrm>
            <a:off x="1799771" y="4354286"/>
            <a:ext cx="943429" cy="899885"/>
          </a:xfrm>
          <a:prstGeom prst="rect">
            <a:avLst/>
          </a:prstGeom>
          <a:solidFill>
            <a:srgbClr val="F59B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0CA1B-D23F-4F5E-9925-DFA313385BB5}"/>
              </a:ext>
            </a:extLst>
          </p:cNvPr>
          <p:cNvSpPr/>
          <p:nvPr userDrawn="1"/>
        </p:nvSpPr>
        <p:spPr>
          <a:xfrm>
            <a:off x="8800032" y="2311264"/>
            <a:ext cx="943429" cy="899885"/>
          </a:xfrm>
          <a:prstGeom prst="rect">
            <a:avLst/>
          </a:prstGeom>
          <a:solidFill>
            <a:srgbClr val="F59B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8713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vert">
    <p:bg>
      <p:bgPr>
        <a:solidFill>
          <a:srgbClr val="95C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6A4158F3-D11F-4DB8-A017-5231907B4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66300" y="4547434"/>
            <a:ext cx="2438400" cy="2323266"/>
          </a:xfrm>
          <a:prstGeom prst="rect">
            <a:avLst/>
          </a:prstGeom>
          <a:solidFill>
            <a:srgbClr val="95C221"/>
          </a:solidFill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65A93F3-248A-43FB-967C-03EEE31A6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994030"/>
            <a:ext cx="6211220" cy="1867799"/>
          </a:xfrm>
          <a:prstGeom prst="rect">
            <a:avLst/>
          </a:prstGeom>
          <a:solidFill>
            <a:srgbClr val="95C221"/>
          </a:solidFill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5658EC7-76CF-46D8-B797-F96ECB5453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4213" y="0"/>
            <a:ext cx="6427787" cy="2323266"/>
          </a:xfrm>
          <a:prstGeom prst="rect">
            <a:avLst/>
          </a:prstGeom>
          <a:solidFill>
            <a:srgbClr val="95C221"/>
          </a:solidFill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>
                <a:solidFill>
                  <a:srgbClr val="95C22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726032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Violet">
    <p:bg>
      <p:bgPr>
        <a:solidFill>
          <a:srgbClr val="9753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554D634-9BD4-4964-B41D-51C455D3F4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682344" cy="215537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6922394-98BC-4AB4-B948-4CFFDE7BC8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00" y="4846829"/>
            <a:ext cx="9144000" cy="2024743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>
                <a:solidFill>
                  <a:srgbClr val="97539C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9786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génér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F69A260-D2AA-4396-9750-B0770AB2D9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37483"/>
            <a:ext cx="12192000" cy="180974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A7DF113-0308-48CD-BA6B-4DABE43845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3529" y="1266256"/>
            <a:ext cx="3624943" cy="432548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8D51F4-3412-414B-82B1-1D313CC03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0"/>
            <a:ext cx="10515600" cy="1325563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fr-FR"/>
              <a:t>Merci de votre attention !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9427A61-63DB-4621-89AA-62BC02F4E57D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4" y="107402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0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F69A260-D2AA-4396-9750-B0770AB2D9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37483"/>
            <a:ext cx="12192000" cy="180974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8D51F4-3412-414B-82B1-1D313CC03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0"/>
            <a:ext cx="10515600" cy="1325563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fr-FR"/>
              <a:t>Merci de votre attention !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9427A61-63DB-4621-89AA-62BC02F4E57D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4" y="107402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32717057-D32E-46C5-BE65-CFA5F5115A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9206" y="1887355"/>
            <a:ext cx="3749040" cy="2688336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83C89A4-D847-4ED6-9736-2672AD6699E6}"/>
              </a:ext>
            </a:extLst>
          </p:cNvPr>
          <p:cNvCxnSpPr/>
          <p:nvPr userDrawn="1"/>
        </p:nvCxnSpPr>
        <p:spPr>
          <a:xfrm>
            <a:off x="5149878" y="2137783"/>
            <a:ext cx="0" cy="22128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A77A98F-98B3-4C88-AE68-9C3080026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1315D30-E21D-4557-B435-4A0EF6E4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F49D62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D0E1F71-2F9C-4961-B23D-86AD81B0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DF72-D9C5-41D7-A616-7572EAE51D6A}" type="datetime1">
              <a:rPr lang="fr-FR" smtClean="0"/>
              <a:t>03/08/2023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F4C2C00A-24BD-47D9-852E-BFD49B75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FDDFBBE1-990E-4A88-8687-573FCBA3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29959-DE37-4C98-BD72-332C93FE6447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7D07AEE-AA57-4ACB-B4BD-C2BE4988C6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298" y="0"/>
            <a:ext cx="1026964" cy="130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39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AA022656-AA97-40F8-AAA5-6465A346BE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9280"/>
            <a:ext cx="12191999" cy="499871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1EAE51D-AECB-4326-AA4B-2DF1F69638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27880" y="1892379"/>
            <a:ext cx="6759318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GB" sz="6000" err="1">
                <a:solidFill>
                  <a:srgbClr val="7030A0"/>
                </a:solidFill>
                <a:latin typeface="Core Rhino 55 Medium" charset="0"/>
                <a:ea typeface="Core Rhino 55 Medium" charset="0"/>
                <a:cs typeface="Core Rhino 55 Medium" charset="0"/>
              </a:rPr>
              <a:t>Réseau</a:t>
            </a:r>
            <a:r>
              <a:rPr lang="en-GB" sz="6000">
                <a:solidFill>
                  <a:srgbClr val="7030A0"/>
                </a:solidFill>
                <a:latin typeface="Core Rhino 55 Medium" charset="0"/>
                <a:ea typeface="Core Rhino 55 Medium" charset="0"/>
                <a:cs typeface="Core Rhino 55 Medium" charset="0"/>
              </a:rPr>
              <a:t> nutrition </a:t>
            </a:r>
            <a:br>
              <a:rPr lang="en-GB" sz="6000">
                <a:solidFill>
                  <a:srgbClr val="7030A0"/>
                </a:solidFill>
                <a:latin typeface="Core Rhino 55 Medium" charset="0"/>
                <a:ea typeface="Core Rhino 55 Medium" charset="0"/>
                <a:cs typeface="Core Rhino 55 Medium" charset="0"/>
              </a:rPr>
            </a:br>
            <a:r>
              <a:rPr lang="en-GB" sz="2800">
                <a:solidFill>
                  <a:srgbClr val="7030A0"/>
                </a:solidFill>
                <a:latin typeface="Core Rhino 55 Medium" charset="0"/>
                <a:ea typeface="Core Rhino 55 Medium" charset="0"/>
                <a:cs typeface="Core Rhino 55 Medium" charset="0"/>
              </a:rPr>
              <a:t>29 Janvier 2020</a:t>
            </a:r>
            <a:br>
              <a:rPr lang="en-GB" sz="2800">
                <a:solidFill>
                  <a:srgbClr val="7030A0"/>
                </a:solidFill>
                <a:latin typeface="Core Rhino 55 Medium" charset="0"/>
                <a:ea typeface="Core Rhino 55 Medium" charset="0"/>
                <a:cs typeface="Core Rhino 55 Medium" charset="0"/>
              </a:rPr>
            </a:b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5E5C12-EB9F-4263-8796-2785694C6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7879" y="4372054"/>
            <a:ext cx="6759317" cy="415959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708CEC6-D903-45A0-BBC8-A6E98921EA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264" y="1859280"/>
            <a:ext cx="3749040" cy="2688336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EDD113C9-1AD9-4211-8E95-FD152B3F0CBD}"/>
              </a:ext>
            </a:extLst>
          </p:cNvPr>
          <p:cNvCxnSpPr/>
          <p:nvPr userDrawn="1"/>
        </p:nvCxnSpPr>
        <p:spPr>
          <a:xfrm>
            <a:off x="4953936" y="2109708"/>
            <a:ext cx="0" cy="22128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627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apositive de tit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31F899E-8D48-4DF4-9F02-A7C6F354E1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9280"/>
            <a:ext cx="12191999" cy="499871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340B74-D7FD-4B36-A833-54F66F03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257867"/>
            <a:ext cx="10515600" cy="1304608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ECC323-959A-4A70-B01C-38B6FC1C4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7525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35F49C9-6E14-4BE4-866B-0F6BCC0AE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15130" y="302831"/>
            <a:ext cx="3749040" cy="268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500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75B7548-769F-417E-8678-C41294340D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9EBAE58-7289-4A85-B233-E78226952B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43200" cy="2057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5CB7893-C396-441B-88FD-FD0D68CD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9D8A2F-70EF-4E3E-ABC9-0A1E2BEF2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530"/>
            <a:ext cx="3396916" cy="4351338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rgbClr val="F59B11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1"/>
            <a:endParaRPr lang="fr-FR"/>
          </a:p>
          <a:p>
            <a:pPr lvl="2"/>
            <a:endParaRPr lang="fr-FR"/>
          </a:p>
          <a:p>
            <a:pPr lvl="3"/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F51A495-53AA-448F-8D69-FF90D605BAD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3" y="145903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AC503B28-7BAA-470F-B98D-35776727A57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97541" y="1825625"/>
            <a:ext cx="3396916" cy="4351338"/>
          </a:xfrm>
        </p:spPr>
        <p:txBody>
          <a:bodyPr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rgbClr val="97539C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rgbClr val="97539C"/>
              </a:buClr>
              <a:defRPr/>
            </a:lvl3pPr>
            <a:lvl4pPr>
              <a:buClr>
                <a:srgbClr val="97539C"/>
              </a:buClr>
              <a:defRPr/>
            </a:lvl4pPr>
            <a:lvl5pPr>
              <a:buClr>
                <a:srgbClr val="97539C"/>
              </a:buCl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B2AC837B-CDE0-4F9F-A171-0C719B411F0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956882" y="1789530"/>
            <a:ext cx="3396916" cy="4351338"/>
          </a:xfrm>
        </p:spPr>
        <p:txBody>
          <a:bodyPr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95C221"/>
              </a:buClr>
              <a:defRPr/>
            </a:lvl2pPr>
            <a:lvl3pPr>
              <a:buClr>
                <a:schemeClr val="accent6"/>
              </a:buClr>
              <a:defRPr/>
            </a:lvl3pPr>
            <a:lvl4pPr>
              <a:buClr>
                <a:srgbClr val="95C221"/>
              </a:buClr>
              <a:defRPr/>
            </a:lvl4pPr>
            <a:lvl5pPr>
              <a:buClr>
                <a:srgbClr val="95C221"/>
              </a:buCl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126750B9-6ABD-4D51-8F82-FB35205052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fld id="{BBD59F16-94A7-43BD-8B33-3A63424F8E6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8002715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ce Pi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75B7548-769F-417E-8678-C41294340D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9EBAE58-7289-4A85-B233-E78226952B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43200" cy="2057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5CB7893-C396-441B-88FD-FD0D68CD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08493A-91AE-4947-B84B-37D9004D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B8D97967-E75B-4A89-A28F-535B5E88360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F51A495-53AA-448F-8D69-FF90D605BAD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3" y="145903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6F7E4D67-61E1-4329-A711-E6A7DE8F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530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4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4"/>
              </a:buBlip>
              <a:defRPr/>
            </a:lvl2pPr>
            <a:lvl3pPr marL="1143000" indent="-228600">
              <a:buClr>
                <a:schemeClr val="accent2"/>
              </a:buClr>
              <a:buFontTx/>
              <a:buBlip>
                <a:blip r:embed="rId4"/>
              </a:buBlip>
              <a:defRPr/>
            </a:lvl3pPr>
            <a:lvl4pPr marL="1600200" indent="-228600">
              <a:buClr>
                <a:srgbClr val="F59B11"/>
              </a:buClr>
              <a:buFontTx/>
              <a:buBlip>
                <a:blip r:embed="rId4"/>
              </a:buBlip>
              <a:defRPr/>
            </a:lvl4pPr>
            <a:lvl5pPr marL="2057400" indent="-228600">
              <a:buClr>
                <a:schemeClr val="accent2"/>
              </a:buClr>
              <a:buFontTx/>
              <a:buBlip>
                <a:blip r:embed="rId4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1"/>
            <a:endParaRPr lang="fr-FR"/>
          </a:p>
          <a:p>
            <a:pPr lvl="2"/>
            <a:endParaRPr lang="fr-FR"/>
          </a:p>
          <a:p>
            <a:pPr lvl="3"/>
            <a:endParaRPr lang="fr-FR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31F9429C-AC3A-4DC8-A069-7AA09B79A5D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97541" y="1825625"/>
            <a:ext cx="3396916" cy="2289175"/>
          </a:xfrm>
        </p:spPr>
        <p:txBody>
          <a:bodyPr/>
          <a:lstStyle>
            <a:lvl1pPr marL="228600" indent="-228600">
              <a:buClr>
                <a:schemeClr val="accent1"/>
              </a:buClr>
              <a:buSzPct val="150000"/>
              <a:buFontTx/>
              <a:buBlip>
                <a:blip r:embed="rId5"/>
              </a:buBlip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2pPr>
            <a:lvl3pPr marL="11430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3pPr>
            <a:lvl4pPr marL="16002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4pPr>
            <a:lvl5pPr marL="20574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54A3DC20-FCF8-4E80-8C61-41B7DFD4C71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956882" y="1789530"/>
            <a:ext cx="3396916" cy="2325270"/>
          </a:xfrm>
        </p:spPr>
        <p:txBody>
          <a:bodyPr/>
          <a:lstStyle>
            <a:lvl1pPr marL="457200" indent="-457200">
              <a:buClr>
                <a:schemeClr val="accent3"/>
              </a:buClr>
              <a:buSzPct val="150000"/>
              <a:buFontTx/>
              <a:buBlip>
                <a:blip r:embed="rId6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rgbClr val="95C221"/>
              </a:buClr>
              <a:buSzPct val="150000"/>
              <a:buFontTx/>
              <a:buBlip>
                <a:blip r:embed="rId6"/>
              </a:buBlip>
              <a:defRPr/>
            </a:lvl2pPr>
            <a:lvl3pPr marL="1257300" indent="-342900">
              <a:buClr>
                <a:schemeClr val="accent6"/>
              </a:buClr>
              <a:buSzPct val="150000"/>
              <a:buFontTx/>
              <a:buBlip>
                <a:blip r:embed="rId6"/>
              </a:buBlip>
              <a:defRPr/>
            </a:lvl3pPr>
            <a:lvl4pPr marL="1657350" indent="-285750">
              <a:buClr>
                <a:srgbClr val="95C221"/>
              </a:buClr>
              <a:buSzPct val="150000"/>
              <a:buFontTx/>
              <a:buBlip>
                <a:blip r:embed="rId6"/>
              </a:buBlip>
              <a:defRPr/>
            </a:lvl4pPr>
            <a:lvl5pPr marL="2114550" indent="-285750">
              <a:buClr>
                <a:srgbClr val="95C221"/>
              </a:buClr>
              <a:buSzPct val="150000"/>
              <a:buFontTx/>
              <a:buBlip>
                <a:blip r:embed="rId6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C52CE136-F5E1-4D29-A99A-D9B2D88E92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" y="4227497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/>
            </a:lvl2pPr>
            <a:lvl3pPr marL="1143000" indent="-2286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/>
            </a:lvl3pPr>
            <a:lvl4pPr marL="1600200" indent="-228600">
              <a:buClr>
                <a:srgbClr val="F59B11"/>
              </a:buClr>
              <a:buSzPct val="150000"/>
              <a:buFontTx/>
              <a:buBlip>
                <a:blip r:embed="rId7"/>
              </a:buBlip>
              <a:defRPr/>
            </a:lvl4pPr>
            <a:lvl5pPr marL="2057400" indent="-2286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1"/>
            <a:endParaRPr lang="fr-FR"/>
          </a:p>
          <a:p>
            <a:pPr lvl="2"/>
            <a:endParaRPr lang="fr-FR"/>
          </a:p>
          <a:p>
            <a:pPr lvl="3"/>
            <a:endParaRPr lang="fr-FR"/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EA5F6286-F712-44F4-A921-DF1C423E920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97541" y="4263592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/>
            </a:lvl2pPr>
            <a:lvl3pPr marL="1143000" indent="-2286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/>
            </a:lvl3pPr>
            <a:lvl4pPr marL="1600200" indent="-228600">
              <a:buClr>
                <a:srgbClr val="F59B11"/>
              </a:buClr>
              <a:buSzPct val="150000"/>
              <a:buFontTx/>
              <a:buBlip>
                <a:blip r:embed="rId8"/>
              </a:buBlip>
              <a:defRPr/>
            </a:lvl4pPr>
            <a:lvl5pPr marL="2057400" indent="-2286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1"/>
            <a:endParaRPr lang="fr-FR"/>
          </a:p>
          <a:p>
            <a:pPr lvl="2"/>
            <a:endParaRPr lang="fr-FR"/>
          </a:p>
          <a:p>
            <a:pPr lvl="3"/>
            <a:endParaRPr lang="fr-FR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417E447B-3AE2-48FD-BBBF-3AB48CA2CD3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989534" y="4263592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/>
            </a:lvl2pPr>
            <a:lvl3pPr marL="1143000" indent="-2286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/>
            </a:lvl3pPr>
            <a:lvl4pPr marL="1600200" indent="-228600">
              <a:buClr>
                <a:srgbClr val="F59B11"/>
              </a:buClr>
              <a:buSzPct val="150000"/>
              <a:buFontTx/>
              <a:buBlip>
                <a:blip r:embed="rId9"/>
              </a:buBlip>
              <a:defRPr/>
            </a:lvl4pPr>
            <a:lvl5pPr marL="2057400" indent="-2286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1"/>
            <a:endParaRPr lang="fr-FR"/>
          </a:p>
          <a:p>
            <a:pPr lvl="2"/>
            <a:endParaRPr lang="fr-FR"/>
          </a:p>
          <a:p>
            <a:pPr lvl="3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275649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4E463C9-EDD3-4B18-9723-BD458196C8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  <a:solidFill>
            <a:srgbClr val="F29200"/>
          </a:solidFill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ACA8723-6FF8-4BA2-BB87-41ACF31711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44081" y="721278"/>
            <a:ext cx="1364342" cy="291163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9BC207E-28ED-4963-B14E-9A1F86449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EABA01-133F-474E-B8E9-3AC560D39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AC12E8-85AD-41DB-AE98-B53F134E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FA304E6C-D783-45C0-8C1F-6D3AFCA746F7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720B911-3576-4766-9389-DE628971021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3" y="145903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5FE88C9-D23D-49A8-88A6-0E97BD6133E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1823255"/>
            <a:ext cx="1" cy="4353708"/>
          </a:xfrm>
          <a:prstGeom prst="line">
            <a:avLst/>
          </a:prstGeom>
          <a:ln w="38100">
            <a:solidFill>
              <a:srgbClr val="FFB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ABEE41EB-D6A0-4B0D-B832-562D12CEBC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199" y="1849564"/>
            <a:ext cx="5181593" cy="4351338"/>
          </a:xfrm>
          <a:solidFill>
            <a:srgbClr val="F29200"/>
          </a:solid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396497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4E463C9-EDD3-4B18-9723-BD458196C8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ACA8723-6FF8-4BA2-BB87-41ACF31711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44081" y="721278"/>
            <a:ext cx="1364342" cy="291163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9BC207E-28ED-4963-B14E-9A1F86449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EABA01-133F-474E-B8E9-3AC560D39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AC12E8-85AD-41DB-AE98-B53F134E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FA304E6C-D783-45C0-8C1F-6D3AFCA746F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9461300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Orange">
    <p:bg>
      <p:bgPr>
        <a:solidFill>
          <a:srgbClr val="F59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4A0B354-1CA0-48AF-85C2-0CF5818B8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56" y="4551841"/>
            <a:ext cx="2352528" cy="230615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39FFE31-E2BE-4E3C-943C-C60EAF8B3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96306" y="4632158"/>
            <a:ext cx="2406317" cy="225592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1B62136-E744-4EEC-AACC-9739D6CA09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19673" y="1089"/>
            <a:ext cx="3282950" cy="28298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236CF5-C018-451F-87A1-AD89441C6B20}"/>
              </a:ext>
            </a:extLst>
          </p:cNvPr>
          <p:cNvSpPr/>
          <p:nvPr userDrawn="1"/>
        </p:nvSpPr>
        <p:spPr>
          <a:xfrm>
            <a:off x="1799771" y="4354286"/>
            <a:ext cx="943429" cy="899885"/>
          </a:xfrm>
          <a:prstGeom prst="rect">
            <a:avLst/>
          </a:prstGeom>
          <a:solidFill>
            <a:srgbClr val="F59B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0CA1B-D23F-4F5E-9925-DFA313385BB5}"/>
              </a:ext>
            </a:extLst>
          </p:cNvPr>
          <p:cNvSpPr/>
          <p:nvPr userDrawn="1"/>
        </p:nvSpPr>
        <p:spPr>
          <a:xfrm>
            <a:off x="8800032" y="2311264"/>
            <a:ext cx="943429" cy="899885"/>
          </a:xfrm>
          <a:prstGeom prst="rect">
            <a:avLst/>
          </a:prstGeom>
          <a:solidFill>
            <a:srgbClr val="F59B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862856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vert">
    <p:bg>
      <p:bgPr>
        <a:solidFill>
          <a:srgbClr val="95C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6A4158F3-D11F-4DB8-A017-5231907B4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66300" y="4547434"/>
            <a:ext cx="2438400" cy="2323266"/>
          </a:xfrm>
          <a:prstGeom prst="rect">
            <a:avLst/>
          </a:prstGeom>
          <a:solidFill>
            <a:srgbClr val="95C221"/>
          </a:solidFill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65A93F3-248A-43FB-967C-03EEE31A6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994030"/>
            <a:ext cx="6211220" cy="1867799"/>
          </a:xfrm>
          <a:prstGeom prst="rect">
            <a:avLst/>
          </a:prstGeom>
          <a:solidFill>
            <a:srgbClr val="95C221"/>
          </a:solidFill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5658EC7-76CF-46D8-B797-F96ECB5453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4213" y="0"/>
            <a:ext cx="6427787" cy="2323266"/>
          </a:xfrm>
          <a:prstGeom prst="rect">
            <a:avLst/>
          </a:prstGeom>
          <a:solidFill>
            <a:srgbClr val="95C221"/>
          </a:solidFill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>
                <a:solidFill>
                  <a:srgbClr val="95C22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19352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Violet">
    <p:bg>
      <p:bgPr>
        <a:solidFill>
          <a:srgbClr val="FA98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>
                <a:solidFill>
                  <a:srgbClr val="FA985E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1C40EF2-D67B-62DC-499C-8F069B22A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689" y="-2733773"/>
            <a:ext cx="5351577" cy="46198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A4E3C2D-25B2-34A0-3A0E-F5067818D4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29" y="5061744"/>
            <a:ext cx="5351577" cy="461983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B326943-DDD0-B052-98CF-9EAEFCBA4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639" y="5440222"/>
            <a:ext cx="1682499" cy="133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869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calaire Violet">
    <p:bg>
      <p:bgPr>
        <a:solidFill>
          <a:srgbClr val="95C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>
                <a:solidFill>
                  <a:srgbClr val="95C11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1C40EF2-D67B-62DC-499C-8F069B22A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689" y="-2733773"/>
            <a:ext cx="5351577" cy="46198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A4E3C2D-25B2-34A0-3A0E-F5067818D4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29" y="5061744"/>
            <a:ext cx="5351577" cy="461983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B326943-DDD0-B052-98CF-9EAEFCBA4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639" y="5440222"/>
            <a:ext cx="1682499" cy="133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60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ercalaire Violet">
    <p:bg>
      <p:bgPr>
        <a:solidFill>
          <a:srgbClr val="DA84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>
                <a:solidFill>
                  <a:srgbClr val="DA849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1C40EF2-D67B-62DC-499C-8F069B22A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689" y="-2733773"/>
            <a:ext cx="5351577" cy="46198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A4E3C2D-25B2-34A0-3A0E-F5067818D4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29" y="5061744"/>
            <a:ext cx="5351577" cy="461983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B326943-DDD0-B052-98CF-9EAEFCBA4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639" y="5440222"/>
            <a:ext cx="1682499" cy="133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667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génér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F69A260-D2AA-4396-9750-B0770AB2D9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37483"/>
            <a:ext cx="12192000" cy="180974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A7DF113-0308-48CD-BA6B-4DABE43845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3529" y="1266256"/>
            <a:ext cx="3624943" cy="432548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8D51F4-3412-414B-82B1-1D313CC03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0"/>
            <a:ext cx="10515600" cy="1325563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fr-FR"/>
              <a:t>Merci de votre attention !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9427A61-63DB-4621-89AA-62BC02F4E57D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4" y="107402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589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F69A260-D2AA-4396-9750-B0770AB2D9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37483"/>
            <a:ext cx="12192000" cy="180974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8D51F4-3412-414B-82B1-1D313CC03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0"/>
            <a:ext cx="10515600" cy="1325563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fr-FR"/>
              <a:t>Merci de votre attention !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9427A61-63DB-4621-89AA-62BC02F4E57D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4" y="107402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32717057-D32E-46C5-BE65-CFA5F5115A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9206" y="1887355"/>
            <a:ext cx="3749040" cy="2688336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83C89A4-D847-4ED6-9736-2672AD6699E6}"/>
              </a:ext>
            </a:extLst>
          </p:cNvPr>
          <p:cNvCxnSpPr/>
          <p:nvPr userDrawn="1"/>
        </p:nvCxnSpPr>
        <p:spPr>
          <a:xfrm>
            <a:off x="5149878" y="2137783"/>
            <a:ext cx="0" cy="22128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1597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A77A98F-98B3-4C88-AE68-9C3080026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1315D30-E21D-4557-B435-4A0EF6E4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F49D62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D0E1F71-2F9C-4961-B23D-86AD81B0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DF72-D9C5-41D7-A616-7572EAE51D6A}" type="datetime1">
              <a:rPr lang="fr-FR" smtClean="0"/>
              <a:t>03/08/2023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F4C2C00A-24BD-47D9-852E-BFD49B75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FDDFBBE1-990E-4A88-8687-573FCBA3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29959-DE37-4C98-BD72-332C93FE6447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7D07AEE-AA57-4ACB-B4BD-C2BE4988C6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298" y="0"/>
            <a:ext cx="1026964" cy="130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787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75B7548-769F-417E-8678-C41294340D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9EBAE58-7289-4A85-B233-E78226952B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43200" cy="2057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5CB7893-C396-441B-88FD-FD0D68CD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9D8A2F-70EF-4E3E-ABC9-0A1E2BEF2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530"/>
            <a:ext cx="3396916" cy="4351338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rgbClr val="F59B11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1"/>
            <a:endParaRPr lang="fr-FR"/>
          </a:p>
          <a:p>
            <a:pPr lvl="2"/>
            <a:endParaRPr lang="fr-FR"/>
          </a:p>
          <a:p>
            <a:pPr lvl="3"/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F51A495-53AA-448F-8D69-FF90D605BAD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3" y="145903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AC503B28-7BAA-470F-B98D-35776727A57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97541" y="1825625"/>
            <a:ext cx="3396916" cy="4351338"/>
          </a:xfrm>
        </p:spPr>
        <p:txBody>
          <a:bodyPr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rgbClr val="97539C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rgbClr val="97539C"/>
              </a:buClr>
              <a:defRPr/>
            </a:lvl3pPr>
            <a:lvl4pPr>
              <a:buClr>
                <a:srgbClr val="97539C"/>
              </a:buClr>
              <a:defRPr/>
            </a:lvl4pPr>
            <a:lvl5pPr>
              <a:buClr>
                <a:srgbClr val="97539C"/>
              </a:buCl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B2AC837B-CDE0-4F9F-A171-0C719B411F0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956882" y="1789530"/>
            <a:ext cx="3396916" cy="4351338"/>
          </a:xfrm>
        </p:spPr>
        <p:txBody>
          <a:bodyPr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95C221"/>
              </a:buClr>
              <a:defRPr/>
            </a:lvl2pPr>
            <a:lvl3pPr>
              <a:buClr>
                <a:schemeClr val="accent6"/>
              </a:buClr>
              <a:defRPr/>
            </a:lvl3pPr>
            <a:lvl4pPr>
              <a:buClr>
                <a:srgbClr val="95C221"/>
              </a:buClr>
              <a:defRPr/>
            </a:lvl4pPr>
            <a:lvl5pPr>
              <a:buClr>
                <a:srgbClr val="95C221"/>
              </a:buCl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126750B9-6ABD-4D51-8F82-FB35205052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fld id="{BBD59F16-94A7-43BD-8B33-3A63424F8E6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2309573"/>
      </p:ext>
    </p:extLst>
  </p:cSld>
  <p:clrMapOvr>
    <a:masterClrMapping/>
  </p:clrMapOvr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ce Pi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75B7548-769F-417E-8678-C41294340D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9EBAE58-7289-4A85-B233-E78226952B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43200" cy="2057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5CB7893-C396-441B-88FD-FD0D68CD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08493A-91AE-4947-B84B-37D9004D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B8D97967-E75B-4A89-A28F-535B5E88360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F51A495-53AA-448F-8D69-FF90D605BAD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3" y="145903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6F7E4D67-61E1-4329-A711-E6A7DE8F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530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4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4"/>
              </a:buBlip>
              <a:defRPr/>
            </a:lvl2pPr>
            <a:lvl3pPr marL="1143000" indent="-228600">
              <a:buClr>
                <a:schemeClr val="accent2"/>
              </a:buClr>
              <a:buFontTx/>
              <a:buBlip>
                <a:blip r:embed="rId4"/>
              </a:buBlip>
              <a:defRPr/>
            </a:lvl3pPr>
            <a:lvl4pPr marL="1600200" indent="-228600">
              <a:buClr>
                <a:srgbClr val="F59B11"/>
              </a:buClr>
              <a:buFontTx/>
              <a:buBlip>
                <a:blip r:embed="rId4"/>
              </a:buBlip>
              <a:defRPr/>
            </a:lvl4pPr>
            <a:lvl5pPr marL="2057400" indent="-228600">
              <a:buClr>
                <a:schemeClr val="accent2"/>
              </a:buClr>
              <a:buFontTx/>
              <a:buBlip>
                <a:blip r:embed="rId4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1"/>
            <a:endParaRPr lang="fr-FR"/>
          </a:p>
          <a:p>
            <a:pPr lvl="2"/>
            <a:endParaRPr lang="fr-FR"/>
          </a:p>
          <a:p>
            <a:pPr lvl="3"/>
            <a:endParaRPr lang="fr-FR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31F9429C-AC3A-4DC8-A069-7AA09B79A5D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97541" y="1825625"/>
            <a:ext cx="3396916" cy="2289175"/>
          </a:xfrm>
        </p:spPr>
        <p:txBody>
          <a:bodyPr/>
          <a:lstStyle>
            <a:lvl1pPr marL="228600" indent="-228600">
              <a:buClr>
                <a:schemeClr val="accent1"/>
              </a:buClr>
              <a:buSzPct val="150000"/>
              <a:buFontTx/>
              <a:buBlip>
                <a:blip r:embed="rId5"/>
              </a:buBlip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2pPr>
            <a:lvl3pPr marL="11430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3pPr>
            <a:lvl4pPr marL="16002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4pPr>
            <a:lvl5pPr marL="2057400" indent="-228600">
              <a:buClr>
                <a:srgbClr val="97539C"/>
              </a:buClr>
              <a:buSzPct val="150000"/>
              <a:buFontTx/>
              <a:buBlip>
                <a:blip r:embed="rId5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54A3DC20-FCF8-4E80-8C61-41B7DFD4C71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956882" y="1789530"/>
            <a:ext cx="3396916" cy="2325270"/>
          </a:xfrm>
        </p:spPr>
        <p:txBody>
          <a:bodyPr/>
          <a:lstStyle>
            <a:lvl1pPr marL="457200" indent="-457200">
              <a:buClr>
                <a:schemeClr val="accent3"/>
              </a:buClr>
              <a:buSzPct val="150000"/>
              <a:buFontTx/>
              <a:buBlip>
                <a:blip r:embed="rId6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rgbClr val="95C221"/>
              </a:buClr>
              <a:buSzPct val="150000"/>
              <a:buFontTx/>
              <a:buBlip>
                <a:blip r:embed="rId6"/>
              </a:buBlip>
              <a:defRPr/>
            </a:lvl2pPr>
            <a:lvl3pPr marL="1257300" indent="-342900">
              <a:buClr>
                <a:schemeClr val="accent6"/>
              </a:buClr>
              <a:buSzPct val="150000"/>
              <a:buFontTx/>
              <a:buBlip>
                <a:blip r:embed="rId6"/>
              </a:buBlip>
              <a:defRPr/>
            </a:lvl3pPr>
            <a:lvl4pPr marL="1657350" indent="-285750">
              <a:buClr>
                <a:srgbClr val="95C221"/>
              </a:buClr>
              <a:buSzPct val="150000"/>
              <a:buFontTx/>
              <a:buBlip>
                <a:blip r:embed="rId6"/>
              </a:buBlip>
              <a:defRPr/>
            </a:lvl4pPr>
            <a:lvl5pPr marL="2114550" indent="-285750">
              <a:buClr>
                <a:srgbClr val="95C221"/>
              </a:buClr>
              <a:buSzPct val="150000"/>
              <a:buFontTx/>
              <a:buBlip>
                <a:blip r:embed="rId6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C52CE136-F5E1-4D29-A99A-D9B2D88E92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" y="4227497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/>
            </a:lvl2pPr>
            <a:lvl3pPr marL="1143000" indent="-2286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/>
            </a:lvl3pPr>
            <a:lvl4pPr marL="1600200" indent="-228600">
              <a:buClr>
                <a:srgbClr val="F59B11"/>
              </a:buClr>
              <a:buSzPct val="150000"/>
              <a:buFontTx/>
              <a:buBlip>
                <a:blip r:embed="rId7"/>
              </a:buBlip>
              <a:defRPr/>
            </a:lvl4pPr>
            <a:lvl5pPr marL="2057400" indent="-228600">
              <a:buClr>
                <a:schemeClr val="accent2"/>
              </a:buClr>
              <a:buSzPct val="150000"/>
              <a:buFontTx/>
              <a:buBlip>
                <a:blip r:embed="rId7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1"/>
            <a:endParaRPr lang="fr-FR"/>
          </a:p>
          <a:p>
            <a:pPr lvl="2"/>
            <a:endParaRPr lang="fr-FR"/>
          </a:p>
          <a:p>
            <a:pPr lvl="3"/>
            <a:endParaRPr lang="fr-FR"/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EA5F6286-F712-44F4-A921-DF1C423E920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97541" y="4263592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/>
            </a:lvl2pPr>
            <a:lvl3pPr marL="1143000" indent="-2286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/>
            </a:lvl3pPr>
            <a:lvl4pPr marL="1600200" indent="-228600">
              <a:buClr>
                <a:srgbClr val="F59B11"/>
              </a:buClr>
              <a:buSzPct val="150000"/>
              <a:buFontTx/>
              <a:buBlip>
                <a:blip r:embed="rId8"/>
              </a:buBlip>
              <a:defRPr/>
            </a:lvl4pPr>
            <a:lvl5pPr marL="2057400" indent="-228600">
              <a:buClr>
                <a:schemeClr val="accent2"/>
              </a:buClr>
              <a:buSzPct val="150000"/>
              <a:buFontTx/>
              <a:buBlip>
                <a:blip r:embed="rId8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1"/>
            <a:endParaRPr lang="fr-FR"/>
          </a:p>
          <a:p>
            <a:pPr lvl="2"/>
            <a:endParaRPr lang="fr-FR"/>
          </a:p>
          <a:p>
            <a:pPr lvl="3"/>
            <a:endParaRPr lang="fr-FR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417E447B-3AE2-48FD-BBBF-3AB48CA2CD3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989534" y="4263592"/>
            <a:ext cx="3396916" cy="232527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/>
            </a:lvl2pPr>
            <a:lvl3pPr marL="1143000" indent="-2286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/>
            </a:lvl3pPr>
            <a:lvl4pPr marL="1600200" indent="-228600">
              <a:buClr>
                <a:srgbClr val="F59B11"/>
              </a:buClr>
              <a:buSzPct val="150000"/>
              <a:buFontTx/>
              <a:buBlip>
                <a:blip r:embed="rId9"/>
              </a:buBlip>
              <a:defRPr/>
            </a:lvl4pPr>
            <a:lvl5pPr marL="2057400" indent="-228600">
              <a:buClr>
                <a:schemeClr val="accent2"/>
              </a:buClr>
              <a:buSzPct val="150000"/>
              <a:buFontTx/>
              <a:buBlip>
                <a:blip r:embed="rId9"/>
              </a:buBlip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1"/>
            <a:endParaRPr lang="fr-FR"/>
          </a:p>
          <a:p>
            <a:pPr lvl="2"/>
            <a:endParaRPr lang="fr-FR"/>
          </a:p>
          <a:p>
            <a:pPr lvl="3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9163018"/>
      </p:ext>
    </p:extLst>
  </p:cSld>
  <p:clrMapOvr>
    <a:masterClrMapping/>
  </p:clrMapOvr>
  <p:hf sldNum="0"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4E463C9-EDD3-4B18-9723-BD458196C8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  <a:solidFill>
            <a:srgbClr val="F29200"/>
          </a:solidFill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ACA8723-6FF8-4BA2-BB87-41ACF31711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44081" y="721278"/>
            <a:ext cx="1364342" cy="291163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9BC207E-28ED-4963-B14E-9A1F86449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EABA01-133F-474E-B8E9-3AC560D39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AC12E8-85AD-41DB-AE98-B53F134E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FA304E6C-D783-45C0-8C1F-6D3AFCA746F7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720B911-3576-4766-9389-DE628971021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3" y="145903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5FE88C9-D23D-49A8-88A6-0E97BD6133E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1823255"/>
            <a:ext cx="1" cy="4353708"/>
          </a:xfrm>
          <a:prstGeom prst="line">
            <a:avLst/>
          </a:prstGeom>
          <a:ln w="38100">
            <a:solidFill>
              <a:srgbClr val="FFB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ABEE41EB-D6A0-4B0D-B832-562D12CEBC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199" y="1849564"/>
            <a:ext cx="5181593" cy="4351338"/>
          </a:xfrm>
          <a:solidFill>
            <a:srgbClr val="F29200"/>
          </a:solid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629724"/>
      </p:ext>
    </p:extLst>
  </p:cSld>
  <p:clrMapOvr>
    <a:masterClrMapping/>
  </p:clrMapOvr>
  <p:hf sldNum="0"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4E463C9-EDD3-4B18-9723-BD458196C8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09" y="5533072"/>
            <a:ext cx="1663547" cy="132556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ACA8723-6FF8-4BA2-BB87-41ACF31711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44081" y="721278"/>
            <a:ext cx="1364342" cy="291163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9BC207E-28ED-4963-B14E-9A1F86449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EABA01-133F-474E-B8E9-3AC560D39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AC12E8-85AD-41DB-AE98-B53F134E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FA304E6C-D783-45C0-8C1F-6D3AFCA746F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902094"/>
      </p:ext>
    </p:extLst>
  </p:cSld>
  <p:clrMapOvr>
    <a:masterClrMapping/>
  </p:clrMapOvr>
  <p:hf sldNum="0"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calaire Orange">
    <p:bg>
      <p:bgPr>
        <a:solidFill>
          <a:srgbClr val="F59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4A0B354-1CA0-48AF-85C2-0CF5818B8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56" y="4551841"/>
            <a:ext cx="2352528" cy="230615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39FFE31-E2BE-4E3C-943C-C60EAF8B3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96306" y="4632158"/>
            <a:ext cx="2406317" cy="225592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1B62136-E744-4EEC-AACC-9739D6CA09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19673" y="1089"/>
            <a:ext cx="3282950" cy="28298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236CF5-C018-451F-87A1-AD89441C6B20}"/>
              </a:ext>
            </a:extLst>
          </p:cNvPr>
          <p:cNvSpPr/>
          <p:nvPr userDrawn="1"/>
        </p:nvSpPr>
        <p:spPr>
          <a:xfrm>
            <a:off x="1799771" y="4354286"/>
            <a:ext cx="943429" cy="899885"/>
          </a:xfrm>
          <a:prstGeom prst="rect">
            <a:avLst/>
          </a:prstGeom>
          <a:solidFill>
            <a:srgbClr val="F59B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0CA1B-D23F-4F5E-9925-DFA313385BB5}"/>
              </a:ext>
            </a:extLst>
          </p:cNvPr>
          <p:cNvSpPr/>
          <p:nvPr userDrawn="1"/>
        </p:nvSpPr>
        <p:spPr>
          <a:xfrm>
            <a:off x="8800032" y="2311264"/>
            <a:ext cx="943429" cy="899885"/>
          </a:xfrm>
          <a:prstGeom prst="rect">
            <a:avLst/>
          </a:prstGeom>
          <a:solidFill>
            <a:srgbClr val="F59B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136478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calaire vert">
    <p:bg>
      <p:bgPr>
        <a:solidFill>
          <a:srgbClr val="95C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6A4158F3-D11F-4DB8-A017-5231907B4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66300" y="4547434"/>
            <a:ext cx="2438400" cy="2323266"/>
          </a:xfrm>
          <a:prstGeom prst="rect">
            <a:avLst/>
          </a:prstGeom>
          <a:solidFill>
            <a:srgbClr val="95C221"/>
          </a:solidFill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65A93F3-248A-43FB-967C-03EEE31A6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994030"/>
            <a:ext cx="6211220" cy="1867799"/>
          </a:xfrm>
          <a:prstGeom prst="rect">
            <a:avLst/>
          </a:prstGeom>
          <a:solidFill>
            <a:srgbClr val="95C221"/>
          </a:solidFill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5658EC7-76CF-46D8-B797-F96ECB5453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4213" y="0"/>
            <a:ext cx="6427787" cy="2323266"/>
          </a:xfrm>
          <a:prstGeom prst="rect">
            <a:avLst/>
          </a:prstGeom>
          <a:solidFill>
            <a:srgbClr val="95C221"/>
          </a:solidFill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>
                <a:solidFill>
                  <a:srgbClr val="95C22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15008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ercalaire Violet">
    <p:bg>
      <p:bgPr>
        <a:solidFill>
          <a:srgbClr val="FA98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>
                <a:solidFill>
                  <a:srgbClr val="FA985E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1C40EF2-D67B-62DC-499C-8F069B22A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689" y="-2733773"/>
            <a:ext cx="5351577" cy="46198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A4E3C2D-25B2-34A0-3A0E-F5067818D4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29" y="5061744"/>
            <a:ext cx="5351577" cy="461983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B326943-DDD0-B052-98CF-9EAEFCBA4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639" y="5440222"/>
            <a:ext cx="1682499" cy="133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391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tercalaire Violet">
    <p:bg>
      <p:bgPr>
        <a:solidFill>
          <a:srgbClr val="95C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>
                <a:solidFill>
                  <a:srgbClr val="95C11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1C40EF2-D67B-62DC-499C-8F069B22A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689" y="-2733773"/>
            <a:ext cx="5351577" cy="46198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A4E3C2D-25B2-34A0-3A0E-F5067818D4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29" y="5061744"/>
            <a:ext cx="5351577" cy="461983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B326943-DDD0-B052-98CF-9EAEFCBA4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639" y="5440222"/>
            <a:ext cx="1682499" cy="133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965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tercalaire Violet">
    <p:bg>
      <p:bgPr>
        <a:solidFill>
          <a:srgbClr val="DA84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99E42C-7212-41D2-A7D0-D17D9442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20963" y="1796256"/>
            <a:ext cx="6950075" cy="3265488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buNone/>
              <a:defRPr>
                <a:solidFill>
                  <a:srgbClr val="DA849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1C40EF2-D67B-62DC-499C-8F069B22A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689" y="-2733773"/>
            <a:ext cx="5351577" cy="46198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A4E3C2D-25B2-34A0-3A0E-F5067818D4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29" y="5061744"/>
            <a:ext cx="5351577" cy="461983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B326943-DDD0-B052-98CF-9EAEFCBA4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639" y="5440222"/>
            <a:ext cx="1682499" cy="133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796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 génér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F69A260-D2AA-4396-9750-B0770AB2D9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37483"/>
            <a:ext cx="12192000" cy="180974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A7DF113-0308-48CD-BA6B-4DABE43845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3529" y="1266256"/>
            <a:ext cx="3624943" cy="432548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8D51F4-3412-414B-82B1-1D313CC03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0"/>
            <a:ext cx="10515600" cy="1325563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fr-FR"/>
              <a:t>Merci de votre attention !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9427A61-63DB-4621-89AA-62BC02F4E57D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4" y="107402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7838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F69A260-D2AA-4396-9750-B0770AB2D9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37483"/>
            <a:ext cx="12192000" cy="180974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8D51F4-3412-414B-82B1-1D313CC03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0"/>
            <a:ext cx="10515600" cy="1325563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fr-FR"/>
              <a:t>Merci de votre attention !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9427A61-63DB-4621-89AA-62BC02F4E57D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1424" y="1074029"/>
            <a:ext cx="509153" cy="0"/>
          </a:xfrm>
          <a:prstGeom prst="line">
            <a:avLst/>
          </a:prstGeom>
          <a:ln w="38100">
            <a:solidFill>
              <a:srgbClr val="94C1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32717057-D32E-46C5-BE65-CFA5F5115A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9206" y="1887355"/>
            <a:ext cx="3749040" cy="2688336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83C89A4-D847-4ED6-9736-2672AD6699E6}"/>
              </a:ext>
            </a:extLst>
          </p:cNvPr>
          <p:cNvCxnSpPr/>
          <p:nvPr userDrawn="1"/>
        </p:nvCxnSpPr>
        <p:spPr>
          <a:xfrm>
            <a:off x="5149878" y="2137783"/>
            <a:ext cx="0" cy="22128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8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3D05239-B83E-4294-93FC-CAECEA481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4C5CC2-FCF0-4EEC-B92B-0372336F2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0C834D-D567-4454-BF91-06318E5B2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B6492-1D28-42AB-BDAA-0D10011EC417}" type="datetimeFigureOut">
              <a:rPr lang="fr-FR" smtClean="0"/>
              <a:t>03/08/2023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91B5D1-DDF3-45CC-956E-A1B8E0959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51011E-92F5-4460-85B4-7278C67A8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00F29-33FC-4309-B16C-355195E0ED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9545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0" r:id="rId4"/>
    <p:sldLayoutId id="2147483652" r:id="rId5"/>
    <p:sldLayoutId id="2147483661" r:id="rId6"/>
    <p:sldLayoutId id="2147483662" r:id="rId7"/>
    <p:sldLayoutId id="2147483665" r:id="rId8"/>
    <p:sldLayoutId id="2147483666" r:id="rId9"/>
    <p:sldLayoutId id="2147483664" r:id="rId10"/>
    <p:sldLayoutId id="2147483667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3D05239-B83E-4294-93FC-CAECEA481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4C5CC2-FCF0-4EEC-B92B-0372336F2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0C834D-D567-4454-BF91-06318E5B2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B6492-1D28-42AB-BDAA-0D10011EC417}" type="datetimeFigureOut">
              <a:rPr lang="fr-FR" smtClean="0"/>
              <a:t>03/08/2023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91B5D1-DDF3-45CC-956E-A1B8E0959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51011E-92F5-4460-85B4-7278C67A8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00F29-33FC-4309-B16C-355195E0ED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1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ACEE079-272B-4C07-A6D7-FB4B657C3B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fr-FR" sz="12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fr-FR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806030504020204" pitchFamily="34" charset="0"/>
              <a:ea typeface="Open Sans" panose="020B0806030504020204" pitchFamily="34" charset="0"/>
              <a:cs typeface="Open Sans" panose="020B0806030504020204" pitchFamily="34" charset="0"/>
              <a:sym typeface="Arial"/>
            </a:endParaRP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C5AA888C-1CB5-A53E-4792-B88BAA3D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290" y="4959"/>
            <a:ext cx="4704761" cy="1325563"/>
          </a:xfrm>
        </p:spPr>
        <p:txBody>
          <a:bodyPr/>
          <a:lstStyle/>
          <a:p>
            <a:r>
              <a:rPr lang="fr-FR" dirty="0"/>
              <a:t>En Pays de la Loire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9231E2A5-61EB-0695-4283-E8AA80E1F6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49" t="8478" r="4613"/>
          <a:stretch/>
        </p:blipFill>
        <p:spPr>
          <a:xfrm>
            <a:off x="59230" y="26287"/>
            <a:ext cx="1727280" cy="1558213"/>
          </a:xfrm>
          <a:prstGeom prst="rect">
            <a:avLst/>
          </a:prstGeom>
        </p:spPr>
      </p:pic>
      <p:sp>
        <p:nvSpPr>
          <p:cNvPr id="24" name="Espace réservé du contenu 5">
            <a:extLst>
              <a:ext uri="{FF2B5EF4-FFF2-40B4-BE49-F238E27FC236}">
                <a16:creationId xmlns:a16="http://schemas.microsoft.com/office/drawing/2014/main" id="{0C19FC83-2AF4-412B-0F8F-FBAF4AEBB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94985" y="1204702"/>
            <a:ext cx="9006132" cy="530447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fr-FR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r-FR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tructure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fr-FR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égionale d’</a:t>
            </a:r>
            <a:r>
              <a:rPr lang="fr-FR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fr-FR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ppui et d’</a:t>
            </a:r>
            <a:r>
              <a:rPr lang="fr-FR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xpertise en </a:t>
            </a:r>
            <a:r>
              <a:rPr lang="fr-FR" b="1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Nutrition</a:t>
            </a:r>
            <a:endParaRPr lang="fr-FR" dirty="0">
              <a:solidFill>
                <a:srgbClr val="1919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Espace réservé du contenu 8">
            <a:extLst>
              <a:ext uri="{FF2B5EF4-FFF2-40B4-BE49-F238E27FC236}">
                <a16:creationId xmlns:a16="http://schemas.microsoft.com/office/drawing/2014/main" id="{7F82ED1B-4D07-9F3B-F6A5-97355DBE622D}"/>
              </a:ext>
            </a:extLst>
          </p:cNvPr>
          <p:cNvSpPr txBox="1">
            <a:spLocks/>
          </p:cNvSpPr>
          <p:nvPr/>
        </p:nvSpPr>
        <p:spPr>
          <a:xfrm>
            <a:off x="1429833" y="3669647"/>
            <a:ext cx="10608195" cy="804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400" b="1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Accompagner les professionnels d’EHPAD pour améliorer l’alimentation des résidents et lutter contre la dénutrition </a:t>
            </a:r>
            <a:endParaRPr lang="fr-FR" sz="2400" b="1" u="sng" dirty="0">
              <a:solidFill>
                <a:srgbClr val="191919"/>
              </a:solidFill>
            </a:endParaRPr>
          </a:p>
        </p:txBody>
      </p:sp>
      <p:pic>
        <p:nvPicPr>
          <p:cNvPr id="26" name="Graphique 25" descr="Mille avec un remplissage uni">
            <a:extLst>
              <a:ext uri="{FF2B5EF4-FFF2-40B4-BE49-F238E27FC236}">
                <a16:creationId xmlns:a16="http://schemas.microsoft.com/office/drawing/2014/main" id="{F45C0115-87E8-F9BC-CF3A-3AB8E8CA73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217" y="3593061"/>
            <a:ext cx="914400" cy="914400"/>
          </a:xfrm>
          <a:prstGeom prst="rect">
            <a:avLst/>
          </a:prstGeom>
        </p:spPr>
      </p:pic>
      <p:grpSp>
        <p:nvGrpSpPr>
          <p:cNvPr id="31" name="Groupe 30">
            <a:extLst>
              <a:ext uri="{FF2B5EF4-FFF2-40B4-BE49-F238E27FC236}">
                <a16:creationId xmlns:a16="http://schemas.microsoft.com/office/drawing/2014/main" id="{C4ADA5A7-00F7-6E06-BA3D-5313ACFC4B1D}"/>
              </a:ext>
            </a:extLst>
          </p:cNvPr>
          <p:cNvGrpSpPr/>
          <p:nvPr/>
        </p:nvGrpSpPr>
        <p:grpSpPr>
          <a:xfrm>
            <a:off x="2654735" y="1808539"/>
            <a:ext cx="4900300" cy="1753050"/>
            <a:chOff x="2852698" y="1745138"/>
            <a:chExt cx="4900300" cy="1753050"/>
          </a:xfrm>
        </p:grpSpPr>
        <p:pic>
          <p:nvPicPr>
            <p:cNvPr id="23" name="Image 22" descr="Une image contenant texte, Police, Graphique, graphisme&#10;&#10;Description générée automatiquement">
              <a:extLst>
                <a:ext uri="{FF2B5EF4-FFF2-40B4-BE49-F238E27FC236}">
                  <a16:creationId xmlns:a16="http://schemas.microsoft.com/office/drawing/2014/main" id="{6E205628-375E-5CEF-9B49-54B2BAF25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2698" y="1745138"/>
              <a:ext cx="1682499" cy="1331979"/>
            </a:xfrm>
            <a:prstGeom prst="rect">
              <a:avLst/>
            </a:prstGeom>
          </p:spPr>
        </p:pic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5C44DC10-AB13-F08D-A890-3852E238A6EB}"/>
                </a:ext>
              </a:extLst>
            </p:cNvPr>
            <p:cNvGrpSpPr/>
            <p:nvPr/>
          </p:nvGrpSpPr>
          <p:grpSpPr>
            <a:xfrm>
              <a:off x="4740659" y="1745138"/>
              <a:ext cx="3012339" cy="1753050"/>
              <a:chOff x="5357446" y="2045950"/>
              <a:chExt cx="3950137" cy="2478292"/>
            </a:xfrm>
          </p:grpSpPr>
          <p:pic>
            <p:nvPicPr>
              <p:cNvPr id="28" name="Image 27" descr="Une image contenant texte, Police, logo, capture d’écran&#10;&#10;Description générée automatiquement">
                <a:extLst>
                  <a:ext uri="{FF2B5EF4-FFF2-40B4-BE49-F238E27FC236}">
                    <a16:creationId xmlns:a16="http://schemas.microsoft.com/office/drawing/2014/main" id="{2926CC65-23F9-D234-4D8D-BCF40FE0EB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357446" y="2045950"/>
                <a:ext cx="2599321" cy="926490"/>
              </a:xfrm>
              <a:prstGeom prst="rect">
                <a:avLst/>
              </a:prstGeom>
            </p:spPr>
          </p:pic>
          <p:pic>
            <p:nvPicPr>
              <p:cNvPr id="29" name="Image 28" descr="Une image contenant texte, Police, capture d’écran, blanc&#10;&#10;Description générée automatiquement">
                <a:extLst>
                  <a:ext uri="{FF2B5EF4-FFF2-40B4-BE49-F238E27FC236}">
                    <a16:creationId xmlns:a16="http://schemas.microsoft.com/office/drawing/2014/main" id="{4166B8EF-FCFE-A38B-69A0-77CC341CA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03985" y="2877365"/>
                <a:ext cx="3803598" cy="923731"/>
              </a:xfrm>
              <a:prstGeom prst="rect">
                <a:avLst/>
              </a:prstGeom>
            </p:spPr>
          </p:pic>
          <p:pic>
            <p:nvPicPr>
              <p:cNvPr id="30" name="Image 29" descr="Une image contenant texte, Police, logo, Graphique&#10;&#10;Description générée automatiquement">
                <a:extLst>
                  <a:ext uri="{FF2B5EF4-FFF2-40B4-BE49-F238E27FC236}">
                    <a16:creationId xmlns:a16="http://schemas.microsoft.com/office/drawing/2014/main" id="{E93B80EC-32A1-038F-4848-DBD8CF742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427244" y="3695586"/>
                <a:ext cx="1685403" cy="828656"/>
              </a:xfrm>
              <a:prstGeom prst="rect">
                <a:avLst/>
              </a:prstGeom>
            </p:spPr>
          </p:pic>
        </p:grpSp>
      </p:grpSp>
      <p:pic>
        <p:nvPicPr>
          <p:cNvPr id="33" name="Image 32">
            <a:extLst>
              <a:ext uri="{FF2B5EF4-FFF2-40B4-BE49-F238E27FC236}">
                <a16:creationId xmlns:a16="http://schemas.microsoft.com/office/drawing/2014/main" id="{38171E12-CC68-A8AC-6F75-935EED939F4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8935" t="6314" r="2584"/>
          <a:stretch/>
        </p:blipFill>
        <p:spPr>
          <a:xfrm>
            <a:off x="6253266" y="4435466"/>
            <a:ext cx="2931342" cy="2363688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CAAACF03-7F18-C085-5F83-4263FDCD28B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203"/>
          <a:stretch/>
        </p:blipFill>
        <p:spPr>
          <a:xfrm>
            <a:off x="960119" y="4700489"/>
            <a:ext cx="4573685" cy="163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42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C870C57-20F5-497B-BDF7-FD91ABBAA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406"/>
            <a:ext cx="12192000" cy="1325563"/>
          </a:xfrm>
        </p:spPr>
        <p:txBody>
          <a:bodyPr/>
          <a:lstStyle/>
          <a:p>
            <a:pPr algn="ctr"/>
            <a:r>
              <a:rPr lang="fr-FR" dirty="0"/>
              <a:t>L’appui proposé par la SRAE Nutrition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ACEE079-272B-4C07-A6D7-FB4B657C3B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fr-FR" sz="12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fr-FR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806030504020204" pitchFamily="34" charset="0"/>
              <a:ea typeface="Open Sans" panose="020B0806030504020204" pitchFamily="34" charset="0"/>
              <a:cs typeface="Open Sans" panose="020B0806030504020204" pitchFamily="34" charset="0"/>
              <a:sym typeface="Arial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CDA37FF-07E3-6762-6984-D1778DB337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0" y="1016876"/>
            <a:ext cx="6894576" cy="2046827"/>
          </a:xfrm>
          <a:prstGeom prst="rect">
            <a:avLst/>
          </a:prstGeom>
        </p:spPr>
      </p:pic>
      <p:sp>
        <p:nvSpPr>
          <p:cNvPr id="17" name="Espace réservé du contenu 8">
            <a:extLst>
              <a:ext uri="{FF2B5EF4-FFF2-40B4-BE49-F238E27FC236}">
                <a16:creationId xmlns:a16="http://schemas.microsoft.com/office/drawing/2014/main" id="{03F285DE-0C1F-1507-D01A-B5094618F018}"/>
              </a:ext>
            </a:extLst>
          </p:cNvPr>
          <p:cNvSpPr txBox="1">
            <a:spLocks/>
          </p:cNvSpPr>
          <p:nvPr/>
        </p:nvSpPr>
        <p:spPr>
          <a:xfrm>
            <a:off x="1185673" y="3289562"/>
            <a:ext cx="3179489" cy="401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i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www.sraenutrition.fr</a:t>
            </a:r>
            <a:endParaRPr lang="fr-FR" sz="2000" i="1" u="sng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791C12E4-E583-4D0B-A12A-851E2BCAE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432" y="2827743"/>
            <a:ext cx="6496384" cy="198130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4E377FAE-0606-6CC8-2D9A-DFD443361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3" y="4811914"/>
            <a:ext cx="6496384" cy="1841595"/>
          </a:xfrm>
          <a:prstGeom prst="rect">
            <a:avLst/>
          </a:prstGeom>
        </p:spPr>
      </p:pic>
      <p:pic>
        <p:nvPicPr>
          <p:cNvPr id="28" name="Graphique 27" descr="Informations avec un remplissage uni">
            <a:extLst>
              <a:ext uri="{FF2B5EF4-FFF2-40B4-BE49-F238E27FC236}">
                <a16:creationId xmlns:a16="http://schemas.microsoft.com/office/drawing/2014/main" id="{CE300BAE-2217-6C6F-409C-7371B9B9FF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270" y="3177355"/>
            <a:ext cx="586403" cy="586403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02779E61-8724-1E88-28F5-8F9F7C6517A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13" t="44696" r="34289" b="47899"/>
          <a:stretch/>
        </p:blipFill>
        <p:spPr>
          <a:xfrm>
            <a:off x="1070601" y="3684480"/>
            <a:ext cx="3776241" cy="61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368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SRAE">
  <a:themeElements>
    <a:clrScheme name="SRAE">
      <a:dk1>
        <a:srgbClr val="7F7F7F"/>
      </a:dk1>
      <a:lt1>
        <a:sysClr val="window" lastClr="FFFFFF"/>
      </a:lt1>
      <a:dk2>
        <a:srgbClr val="7F7F7F"/>
      </a:dk2>
      <a:lt2>
        <a:srgbClr val="FFFFFF"/>
      </a:lt2>
      <a:accent1>
        <a:srgbClr val="7030A0"/>
      </a:accent1>
      <a:accent2>
        <a:srgbClr val="ED7D31"/>
      </a:accent2>
      <a:accent3>
        <a:srgbClr val="70AD47"/>
      </a:accent3>
      <a:accent4>
        <a:srgbClr val="ED7D31"/>
      </a:accent4>
      <a:accent5>
        <a:srgbClr val="7030A0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Core Rhino 55 Medium"/>
        <a:ea typeface=""/>
        <a:cs typeface=""/>
      </a:majorFont>
      <a:minorFont>
        <a:latin typeface="Core Rhino 55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QUE PPT SRAE COMPRESSÉ" id="{32D2D40D-2FBC-4AC4-84CA-8F2B5D1EA4EC}" vid="{1F163D6E-D37B-44B6-AFC0-5CE91B4314DA}"/>
    </a:ext>
  </a:extLst>
</a:theme>
</file>

<file path=ppt/theme/theme2.xml><?xml version="1.0" encoding="utf-8"?>
<a:theme xmlns:a="http://schemas.openxmlformats.org/drawingml/2006/main" name="1_Thème Office">
  <a:themeElements>
    <a:clrScheme name="SRAE">
      <a:dk1>
        <a:srgbClr val="7F7F7F"/>
      </a:dk1>
      <a:lt1>
        <a:sysClr val="window" lastClr="FFFFFF"/>
      </a:lt1>
      <a:dk2>
        <a:srgbClr val="7F7F7F"/>
      </a:dk2>
      <a:lt2>
        <a:srgbClr val="FFFFFF"/>
      </a:lt2>
      <a:accent1>
        <a:srgbClr val="7030A0"/>
      </a:accent1>
      <a:accent2>
        <a:srgbClr val="ED7D31"/>
      </a:accent2>
      <a:accent3>
        <a:srgbClr val="70AD47"/>
      </a:accent3>
      <a:accent4>
        <a:srgbClr val="ED7D31"/>
      </a:accent4>
      <a:accent5>
        <a:srgbClr val="7030A0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Core Rhino 55 Medium"/>
        <a:ea typeface=""/>
        <a:cs typeface=""/>
      </a:majorFont>
      <a:minorFont>
        <a:latin typeface="Core Rhino 55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afc6a67-b7fd-4f38-baae-a71c2246e06e">
      <UserInfo>
        <DisplayName/>
        <AccountId xsi:nil="true"/>
        <AccountType/>
      </UserInfo>
    </SharedWithUsers>
    <MediaLengthInSeconds xmlns="2d88e849-749c-4a1b-b416-1fe41608fd70" xsi:nil="true"/>
    <lcf76f155ced4ddcb4097134ff3c332f xmlns="2d88e849-749c-4a1b-b416-1fe41608fd70">
      <Terms xmlns="http://schemas.microsoft.com/office/infopath/2007/PartnerControls"/>
    </lcf76f155ced4ddcb4097134ff3c332f>
    <TaxCatchAll xmlns="fafc6a67-b7fd-4f38-baae-a71c2246e06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1E882AD3AA1B41BAA601FCBF310BC5" ma:contentTypeVersion="17" ma:contentTypeDescription="Crée un document." ma:contentTypeScope="" ma:versionID="1c5f085a0421e7d40f4e51d3fe1de731">
  <xsd:schema xmlns:xsd="http://www.w3.org/2001/XMLSchema" xmlns:xs="http://www.w3.org/2001/XMLSchema" xmlns:p="http://schemas.microsoft.com/office/2006/metadata/properties" xmlns:ns2="2d88e849-749c-4a1b-b416-1fe41608fd70" xmlns:ns3="fafc6a67-b7fd-4f38-baae-a71c2246e06e" targetNamespace="http://schemas.microsoft.com/office/2006/metadata/properties" ma:root="true" ma:fieldsID="18a3a3904aedafc8287b214527a80c08" ns2:_="" ns3:_="">
    <xsd:import namespace="2d88e849-749c-4a1b-b416-1fe41608fd70"/>
    <xsd:import namespace="fafc6a67-b7fd-4f38-baae-a71c2246e0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8e849-749c-4a1b-b416-1fe41608fd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214772f1-5e0b-47b7-8df8-6fce5a7c58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fc6a67-b7fd-4f38-baae-a71c2246e06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a5c7af1-b55e-413d-a0dd-b37742d90fac}" ma:internalName="TaxCatchAll" ma:showField="CatchAllData" ma:web="fafc6a67-b7fd-4f38-baae-a71c2246e0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C4FD29-833F-4F98-A32B-29F29885F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047EBD-7435-4277-A6BF-F802E2436D26}">
  <ds:schemaRefs>
    <ds:schemaRef ds:uri="2d88e849-749c-4a1b-b416-1fe41608fd70"/>
    <ds:schemaRef ds:uri="fafc6a67-b7fd-4f38-baae-a71c2246e06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73922FC-B80C-410F-9C47-201832D056AC}">
  <ds:schemaRefs>
    <ds:schemaRef ds:uri="2d88e849-749c-4a1b-b416-1fe41608fd70"/>
    <ds:schemaRef ds:uri="fafc6a67-b7fd-4f38-baae-a71c2246e0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MASQUE PPT SRAE COMPRESSÉ</Template>
  <TotalTime>14</TotalTime>
  <Words>41</Words>
  <Application>Microsoft Office PowerPoint</Application>
  <PresentationFormat>Grand écran</PresentationFormat>
  <Paragraphs>9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Arial</vt:lpstr>
      <vt:lpstr>Calibri</vt:lpstr>
      <vt:lpstr>Core Rhino 55 Medium</vt:lpstr>
      <vt:lpstr>Open Sans</vt:lpstr>
      <vt:lpstr>Thème SRAE</vt:lpstr>
      <vt:lpstr>1_Thème Office</vt:lpstr>
      <vt:lpstr>En Pays de la Loire </vt:lpstr>
      <vt:lpstr>L’appui proposé par la SRAE Nutrition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Pierre Caillault</dc:creator>
  <cp:lastModifiedBy>Charlotte BAUDRY</cp:lastModifiedBy>
  <cp:revision>1</cp:revision>
  <dcterms:created xsi:type="dcterms:W3CDTF">2022-02-16T13:07:43Z</dcterms:created>
  <dcterms:modified xsi:type="dcterms:W3CDTF">2023-08-03T06:51:27Z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0x010100441E882AD3AA1B41BAA601FCBF310BC5</vt:lpwstr>
  </property>
  <property fmtid="{D5CDD505-2E9C-101B-9397-08002B2CF9AE}" pid="3" name="Order">
    <vt:r8>2345400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ediaServiceImageTags">
    <vt:lpwstr/>
  </property>
</Properties>
</file>