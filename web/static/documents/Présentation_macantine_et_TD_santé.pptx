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Lst>
  <p:sldSz cx="9144000" cy="5143500" type="screen16x9"/>
  <p:notesSz cx="6858000" cy="9144000"/>
  <p:embeddedFontLst>
    <p:embeddedFont>
      <p:font typeface="Montserrat" pitchFamily="2" charset="77"/>
      <p:regular r:id="rId16"/>
      <p:bold r:id="rId17"/>
      <p:italic r:id="rId18"/>
      <p:boldItalic r:id="rId19"/>
    </p:embeddedFont>
    <p:embeddedFont>
      <p:font typeface="Montserrat ExtraBold" panose="020F0502020204030204" pitchFamily="34" charset="0"/>
      <p:bold r:id="rId20"/>
      <p:italic r:id="rId21"/>
      <p:boldItalic r:id="rId22"/>
    </p:embeddedFont>
    <p:embeddedFont>
      <p:font typeface="Montserrat Light" panose="020F0302020204030204" pitchFamily="34" charset="0"/>
      <p:regular r:id="rId23"/>
      <p:bold r:id="rId24"/>
      <p:italic r:id="rId25"/>
      <p:boldItalic r:id="rId26"/>
    </p:embeddedFont>
    <p:embeddedFont>
      <p:font typeface="Montserrat Medium" panose="020F0502020204030204" pitchFamily="34" charset="0"/>
      <p:regular r:id="rId27"/>
      <p:bold r:id="rId28"/>
      <p:italic r:id="rId29"/>
      <p:boldItalic r:id="rId30"/>
    </p:embeddedFont>
    <p:embeddedFont>
      <p:font typeface="Montserrat SemiBold" panose="020F0502020204030204" pitchFamily="34"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37"/>
  </p:normalViewPr>
  <p:slideViewPr>
    <p:cSldViewPr snapToGrid="0">
      <p:cViewPr>
        <p:scale>
          <a:sx n="100" d="100"/>
          <a:sy n="100" d="100"/>
        </p:scale>
        <p:origin x="1960" y="7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21" Type="http://schemas.openxmlformats.org/officeDocument/2006/relationships/font" Target="fonts/font6.fntdata"/><Relationship Id="rId34" Type="http://schemas.openxmlformats.org/officeDocument/2006/relationships/font" Target="fonts/font1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g2a866c7d41f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 name="Google Shape;55;g2a866c7d41f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2a8cafcc6a2_2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a8cafcc6a2_2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a8cafcc6a2_2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2a8cafcc6a2_2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2a866c7d41f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2a866c7d41f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e4c431a619_0_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g2e4c431a619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a866c7d41f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a866c7d41f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0b64f904d3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0b64f904d3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0b64f904d3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30b64f904d3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e33302aed9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2e33302aed9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2a8c0e63c80_6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2a8c0e63c80_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2a8bb43536f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2a8bb43536f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a8cafcc6a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a8cafcc6a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2a866c7d41f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2a866c7d41f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re " type="title">
  <p:cSld name="TITLE">
    <p:spTree>
      <p:nvGrpSpPr>
        <p:cNvPr id="1" name="Shape 9"/>
        <p:cNvGrpSpPr/>
        <p:nvPr/>
      </p:nvGrpSpPr>
      <p:grpSpPr>
        <a:xfrm>
          <a:off x="0" y="0"/>
          <a:ext cx="0" cy="0"/>
          <a:chOff x="0" y="0"/>
          <a:chExt cx="0" cy="0"/>
        </a:xfrm>
      </p:grpSpPr>
      <p:pic>
        <p:nvPicPr>
          <p:cNvPr id="10" name="Google Shape;10;p2"/>
          <p:cNvPicPr preferRelativeResize="0"/>
          <p:nvPr/>
        </p:nvPicPr>
        <p:blipFill>
          <a:blip r:embed="rId2">
            <a:alphaModFix/>
          </a:blip>
          <a:stretch>
            <a:fillRect/>
          </a:stretch>
        </p:blipFill>
        <p:spPr>
          <a:xfrm>
            <a:off x="43483" y="3581537"/>
            <a:ext cx="2355526" cy="1492451"/>
          </a:xfrm>
          <a:prstGeom prst="rect">
            <a:avLst/>
          </a:prstGeom>
          <a:noFill/>
          <a:ln>
            <a:noFill/>
          </a:ln>
        </p:spPr>
      </p:pic>
      <p:sp>
        <p:nvSpPr>
          <p:cNvPr id="11" name="Google Shape;11;p2"/>
          <p:cNvSpPr txBox="1">
            <a:spLocks noGrp="1"/>
          </p:cNvSpPr>
          <p:nvPr>
            <p:ph type="ctrTitle"/>
          </p:nvPr>
        </p:nvSpPr>
        <p:spPr>
          <a:xfrm>
            <a:off x="222650" y="214200"/>
            <a:ext cx="4293900" cy="1787100"/>
          </a:xfrm>
          <a:prstGeom prst="rect">
            <a:avLst/>
          </a:prstGeom>
          <a:noFill/>
          <a:ln>
            <a:noFill/>
          </a:ln>
        </p:spPr>
        <p:txBody>
          <a:bodyPr spcFirstLastPara="1" wrap="square" lIns="0" tIns="0" rIns="0" bIns="0" anchor="t" anchorCtr="0">
            <a:spAutoFit/>
          </a:bodyPr>
          <a:lstStyle>
            <a:lvl1pPr lvl="0">
              <a:lnSpc>
                <a:spcPct val="100000"/>
              </a:lnSpc>
              <a:spcBef>
                <a:spcPts val="0"/>
              </a:spcBef>
              <a:spcAft>
                <a:spcPts val="0"/>
              </a:spcAft>
              <a:buSzPts val="4800"/>
              <a:buNone/>
              <a:defRPr sz="4800"/>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a:endParaRPr/>
          </a:p>
        </p:txBody>
      </p:sp>
      <p:sp>
        <p:nvSpPr>
          <p:cNvPr id="12" name="Google Shape;12;p2"/>
          <p:cNvSpPr txBox="1">
            <a:spLocks noGrp="1"/>
          </p:cNvSpPr>
          <p:nvPr>
            <p:ph type="subTitle" idx="1"/>
          </p:nvPr>
        </p:nvSpPr>
        <p:spPr>
          <a:xfrm>
            <a:off x="222650" y="2175450"/>
            <a:ext cx="4293900" cy="792600"/>
          </a:xfrm>
          <a:prstGeom prst="rect">
            <a:avLst/>
          </a:prstGeom>
          <a:noFill/>
          <a:ln>
            <a:noFill/>
          </a:ln>
        </p:spPr>
        <p:txBody>
          <a:bodyPr spcFirstLastPara="1" wrap="square" lIns="0" tIns="0" rIns="0" bIns="0" anchor="t" anchorCtr="0">
            <a:spAutoFit/>
          </a:bodyPr>
          <a:lstStyle>
            <a:lvl1pPr lvl="0">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pic>
        <p:nvPicPr>
          <p:cNvPr id="13" name="Google Shape;13;p2"/>
          <p:cNvPicPr preferRelativeResize="0"/>
          <p:nvPr/>
        </p:nvPicPr>
        <p:blipFill>
          <a:blip r:embed="rId3">
            <a:alphaModFix/>
          </a:blip>
          <a:stretch>
            <a:fillRect/>
          </a:stretch>
        </p:blipFill>
        <p:spPr>
          <a:xfrm>
            <a:off x="4516551" y="3623925"/>
            <a:ext cx="4627451" cy="1407672"/>
          </a:xfrm>
          <a:prstGeom prst="rect">
            <a:avLst/>
          </a:prstGeom>
          <a:noFill/>
          <a:ln>
            <a:noFill/>
          </a:ln>
        </p:spPr>
      </p:pic>
      <p:pic>
        <p:nvPicPr>
          <p:cNvPr id="14" name="Google Shape;14;p2"/>
          <p:cNvPicPr preferRelativeResize="0"/>
          <p:nvPr/>
        </p:nvPicPr>
        <p:blipFill>
          <a:blip r:embed="rId4">
            <a:alphaModFix amt="20000"/>
          </a:blip>
          <a:stretch>
            <a:fillRect/>
          </a:stretch>
        </p:blipFill>
        <p:spPr>
          <a:xfrm>
            <a:off x="6172506" y="0"/>
            <a:ext cx="2971493" cy="3414300"/>
          </a:xfrm>
          <a:prstGeom prst="rect">
            <a:avLst/>
          </a:prstGeom>
          <a:noFill/>
          <a:ln>
            <a:noFill/>
          </a:ln>
        </p:spPr>
      </p:pic>
      <p:sp>
        <p:nvSpPr>
          <p:cNvPr id="15" name="Google Shape;15;p2"/>
          <p:cNvSpPr txBox="1">
            <a:spLocks noGrp="1"/>
          </p:cNvSpPr>
          <p:nvPr>
            <p:ph type="sldNum" idx="12"/>
          </p:nvPr>
        </p:nvSpPr>
        <p:spPr>
          <a:xfrm>
            <a:off x="8556784" y="4749851"/>
            <a:ext cx="548700" cy="393600"/>
          </a:xfrm>
          <a:prstGeom prst="rect">
            <a:avLst/>
          </a:prstGeom>
        </p:spPr>
        <p:txBody>
          <a:bodyPr spcFirstLastPara="1" wrap="square" lIns="0" tIns="0" rIns="0" bIns="0" anchor="t" anchorCtr="0">
            <a:noAutofit/>
          </a:bodyPr>
          <a:lstStyle>
            <a:lvl1pPr lvl="0" algn="r">
              <a:buNone/>
              <a:defRPr sz="1300">
                <a:latin typeface="Montserrat Medium"/>
                <a:ea typeface="Montserrat Medium"/>
                <a:cs typeface="Montserrat Medium"/>
                <a:sym typeface="Montserrat Medium"/>
              </a:defRPr>
            </a:lvl1pPr>
            <a:lvl2pPr lvl="1" algn="r">
              <a:buNone/>
              <a:defRPr sz="1300">
                <a:latin typeface="Montserrat Medium"/>
                <a:ea typeface="Montserrat Medium"/>
                <a:cs typeface="Montserrat Medium"/>
                <a:sym typeface="Montserrat Medium"/>
              </a:defRPr>
            </a:lvl2pPr>
            <a:lvl3pPr lvl="2" algn="r">
              <a:buNone/>
              <a:defRPr sz="1300">
                <a:latin typeface="Montserrat Medium"/>
                <a:ea typeface="Montserrat Medium"/>
                <a:cs typeface="Montserrat Medium"/>
                <a:sym typeface="Montserrat Medium"/>
              </a:defRPr>
            </a:lvl3pPr>
            <a:lvl4pPr lvl="3" algn="r">
              <a:buNone/>
              <a:defRPr sz="1300">
                <a:latin typeface="Montserrat Medium"/>
                <a:ea typeface="Montserrat Medium"/>
                <a:cs typeface="Montserrat Medium"/>
                <a:sym typeface="Montserrat Medium"/>
              </a:defRPr>
            </a:lvl4pPr>
            <a:lvl5pPr lvl="4" algn="r">
              <a:buNone/>
              <a:defRPr sz="1300">
                <a:latin typeface="Montserrat Medium"/>
                <a:ea typeface="Montserrat Medium"/>
                <a:cs typeface="Montserrat Medium"/>
                <a:sym typeface="Montserrat Medium"/>
              </a:defRPr>
            </a:lvl5pPr>
            <a:lvl6pPr lvl="5" algn="r">
              <a:buNone/>
              <a:defRPr sz="1300">
                <a:latin typeface="Montserrat Medium"/>
                <a:ea typeface="Montserrat Medium"/>
                <a:cs typeface="Montserrat Medium"/>
                <a:sym typeface="Montserrat Medium"/>
              </a:defRPr>
            </a:lvl6pPr>
            <a:lvl7pPr lvl="6" algn="r">
              <a:buNone/>
              <a:defRPr sz="1300">
                <a:latin typeface="Montserrat Medium"/>
                <a:ea typeface="Montserrat Medium"/>
                <a:cs typeface="Montserrat Medium"/>
                <a:sym typeface="Montserrat Medium"/>
              </a:defRPr>
            </a:lvl7pPr>
            <a:lvl8pPr lvl="7" algn="r">
              <a:buNone/>
              <a:defRPr sz="1300">
                <a:latin typeface="Montserrat Medium"/>
                <a:ea typeface="Montserrat Medium"/>
                <a:cs typeface="Montserrat Medium"/>
                <a:sym typeface="Montserrat Medium"/>
              </a:defRPr>
            </a:lvl8pPr>
            <a:lvl9pPr lvl="8" algn="r">
              <a:buNone/>
              <a:defRPr sz="1300">
                <a:latin typeface="Montserrat Medium"/>
                <a:ea typeface="Montserrat Medium"/>
                <a:cs typeface="Montserrat Medium"/>
                <a:sym typeface="Montserrat Medium"/>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222650" y="214200"/>
            <a:ext cx="8692800" cy="803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3"/>
          <p:cNvSpPr txBox="1">
            <a:spLocks noGrp="1"/>
          </p:cNvSpPr>
          <p:nvPr>
            <p:ph type="sldNum" idx="12"/>
          </p:nvPr>
        </p:nvSpPr>
        <p:spPr>
          <a:xfrm>
            <a:off x="8915400" y="4929303"/>
            <a:ext cx="228600" cy="214200"/>
          </a:xfrm>
          <a:prstGeom prst="rect">
            <a:avLst/>
          </a:prstGeom>
          <a:noFill/>
          <a:ln>
            <a:noFill/>
          </a:ln>
        </p:spPr>
        <p:txBody>
          <a:bodyPr spcFirstLastPara="1" wrap="square" lIns="0" tIns="0" rIns="0" bIns="0" anchor="ctr" anchorCtr="0">
            <a:noAutofit/>
          </a:bodyPr>
          <a:lstStyle>
            <a:lvl1pPr marL="0" marR="0" lvl="0"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1pPr>
            <a:lvl2pPr marL="0" marR="0" lvl="1"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2pPr>
            <a:lvl3pPr marL="0" marR="0" lvl="2"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3pPr>
            <a:lvl4pPr marL="0" marR="0" lvl="3"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4pPr>
            <a:lvl5pPr marL="0" marR="0" lvl="4"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5pPr>
            <a:lvl6pPr marL="0" marR="0" lvl="5"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6pPr>
            <a:lvl7pPr marL="0" marR="0" lvl="6"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7pPr>
            <a:lvl8pPr marL="0" marR="0" lvl="7"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8pPr>
            <a:lvl9pPr marL="0" marR="0" lvl="8"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9pPr>
          </a:lstStyle>
          <a:p>
            <a:pPr marL="0" lvl="0" indent="0" algn="ct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222650" y="214200"/>
            <a:ext cx="86928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1" name="Google Shape;21;p4"/>
          <p:cNvSpPr txBox="1">
            <a:spLocks noGrp="1"/>
          </p:cNvSpPr>
          <p:nvPr>
            <p:ph type="body" idx="1"/>
          </p:nvPr>
        </p:nvSpPr>
        <p:spPr>
          <a:xfrm>
            <a:off x="222650" y="1010050"/>
            <a:ext cx="8692800" cy="36531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2" name="Google Shape;22;p4"/>
          <p:cNvSpPr txBox="1">
            <a:spLocks noGrp="1"/>
          </p:cNvSpPr>
          <p:nvPr>
            <p:ph type="sldNum" idx="12"/>
          </p:nvPr>
        </p:nvSpPr>
        <p:spPr>
          <a:xfrm>
            <a:off x="8915400" y="4929303"/>
            <a:ext cx="228600" cy="214200"/>
          </a:xfrm>
          <a:prstGeom prst="rect">
            <a:avLst/>
          </a:prstGeom>
          <a:noFill/>
          <a:ln>
            <a:noFill/>
          </a:ln>
        </p:spPr>
        <p:txBody>
          <a:bodyPr spcFirstLastPara="1" wrap="square" lIns="0" tIns="0" rIns="0" bIns="0" anchor="ctr" anchorCtr="0">
            <a:noAutofit/>
          </a:bodyPr>
          <a:lstStyle>
            <a:lvl1pPr marL="0" marR="0" lvl="0"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1pPr>
            <a:lvl2pPr marL="0" marR="0" lvl="1"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2pPr>
            <a:lvl3pPr marL="0" marR="0" lvl="2"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3pPr>
            <a:lvl4pPr marL="0" marR="0" lvl="3"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4pPr>
            <a:lvl5pPr marL="0" marR="0" lvl="4"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5pPr>
            <a:lvl6pPr marL="0" marR="0" lvl="5"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6pPr>
            <a:lvl7pPr marL="0" marR="0" lvl="6"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7pPr>
            <a:lvl8pPr marL="0" marR="0" lvl="7"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8pPr>
            <a:lvl9pPr marL="0" marR="0" lvl="8"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9pPr>
          </a:lstStyle>
          <a:p>
            <a:pPr marL="0" lvl="0" indent="0" algn="ct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5" name="Google Shape;25;p5"/>
          <p:cNvSpPr txBox="1">
            <a:spLocks noGrp="1"/>
          </p:cNvSpPr>
          <p:nvPr>
            <p:ph type="sldNum" idx="12"/>
          </p:nvPr>
        </p:nvSpPr>
        <p:spPr>
          <a:xfrm>
            <a:off x="8915400" y="4929303"/>
            <a:ext cx="228600" cy="214200"/>
          </a:xfrm>
          <a:prstGeom prst="rect">
            <a:avLst/>
          </a:prstGeom>
          <a:noFill/>
          <a:ln>
            <a:noFill/>
          </a:ln>
        </p:spPr>
        <p:txBody>
          <a:bodyPr spcFirstLastPara="1" wrap="square" lIns="0" tIns="0" rIns="0" bIns="0" anchor="ctr" anchorCtr="0">
            <a:noAutofit/>
          </a:bodyPr>
          <a:lstStyle>
            <a:lvl1pPr marL="0" marR="0" lvl="0"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1pPr>
            <a:lvl2pPr marL="0" marR="0" lvl="1"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2pPr>
            <a:lvl3pPr marL="0" marR="0" lvl="2"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3pPr>
            <a:lvl4pPr marL="0" marR="0" lvl="3"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4pPr>
            <a:lvl5pPr marL="0" marR="0" lvl="4"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5pPr>
            <a:lvl6pPr marL="0" marR="0" lvl="5"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6pPr>
            <a:lvl7pPr marL="0" marR="0" lvl="6"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7pPr>
            <a:lvl8pPr marL="0" marR="0" lvl="7"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8pPr>
            <a:lvl9pPr marL="0" marR="0" lvl="8"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9pPr>
          </a:lstStyle>
          <a:p>
            <a:pPr marL="0" lvl="0" indent="0" algn="ct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222650" y="214200"/>
            <a:ext cx="8692800" cy="803400"/>
          </a:xfrm>
          <a:prstGeom prst="rect">
            <a:avLst/>
          </a:prstGeom>
          <a:noFill/>
          <a:ln>
            <a:noFill/>
          </a:ln>
        </p:spPr>
        <p:txBody>
          <a:bodyPr spcFirstLastPara="1" wrap="square" lIns="91425" tIns="91425" rIns="91425" bIns="91425" anchor="t" anchorCtr="0">
            <a:normAutofit/>
          </a:bodyPr>
          <a:lstStyle>
            <a:lvl1pPr lvl="0" algn="l">
              <a:lnSpc>
                <a:spcPct val="115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8" name="Google Shape;28;p6"/>
          <p:cNvSpPr txBox="1">
            <a:spLocks noGrp="1"/>
          </p:cNvSpPr>
          <p:nvPr>
            <p:ph type="body" idx="1"/>
          </p:nvPr>
        </p:nvSpPr>
        <p:spPr>
          <a:xfrm>
            <a:off x="222600" y="1152475"/>
            <a:ext cx="40806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9" name="Google Shape;29;p6"/>
          <p:cNvSpPr txBox="1">
            <a:spLocks noGrp="1"/>
          </p:cNvSpPr>
          <p:nvPr>
            <p:ph type="body" idx="2"/>
          </p:nvPr>
        </p:nvSpPr>
        <p:spPr>
          <a:xfrm>
            <a:off x="4834731" y="1152475"/>
            <a:ext cx="40806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0" name="Google Shape;30;p6"/>
          <p:cNvSpPr txBox="1">
            <a:spLocks noGrp="1"/>
          </p:cNvSpPr>
          <p:nvPr>
            <p:ph type="sldNum" idx="12"/>
          </p:nvPr>
        </p:nvSpPr>
        <p:spPr>
          <a:xfrm>
            <a:off x="8915400" y="4929303"/>
            <a:ext cx="228600" cy="214200"/>
          </a:xfrm>
          <a:prstGeom prst="rect">
            <a:avLst/>
          </a:prstGeom>
          <a:noFill/>
          <a:ln>
            <a:noFill/>
          </a:ln>
        </p:spPr>
        <p:txBody>
          <a:bodyPr spcFirstLastPara="1" wrap="square" lIns="0" tIns="0" rIns="0" bIns="0" anchor="ctr" anchorCtr="0">
            <a:noAutofit/>
          </a:bodyPr>
          <a:lstStyle>
            <a:lvl1pPr marL="0" marR="0" lvl="0"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1pPr>
            <a:lvl2pPr marL="0" marR="0" lvl="1"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2pPr>
            <a:lvl3pPr marL="0" marR="0" lvl="2"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3pPr>
            <a:lvl4pPr marL="0" marR="0" lvl="3"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4pPr>
            <a:lvl5pPr marL="0" marR="0" lvl="4"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5pPr>
            <a:lvl6pPr marL="0" marR="0" lvl="5"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6pPr>
            <a:lvl7pPr marL="0" marR="0" lvl="6"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7pPr>
            <a:lvl8pPr marL="0" marR="0" lvl="7"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8pPr>
            <a:lvl9pPr marL="0" marR="0" lvl="8"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9pPr>
          </a:lstStyle>
          <a:p>
            <a:pPr marL="0" lvl="0" indent="0" algn="ct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222650" y="214200"/>
            <a:ext cx="3560700" cy="7959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3" name="Google Shape;33;p7"/>
          <p:cNvSpPr txBox="1">
            <a:spLocks noGrp="1"/>
          </p:cNvSpPr>
          <p:nvPr>
            <p:ph type="body" idx="1"/>
          </p:nvPr>
        </p:nvSpPr>
        <p:spPr>
          <a:xfrm>
            <a:off x="222650" y="1503375"/>
            <a:ext cx="3560700" cy="30657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4" name="Google Shape;34;p7"/>
          <p:cNvSpPr txBox="1">
            <a:spLocks noGrp="1"/>
          </p:cNvSpPr>
          <p:nvPr>
            <p:ph type="sldNum" idx="12"/>
          </p:nvPr>
        </p:nvSpPr>
        <p:spPr>
          <a:xfrm>
            <a:off x="8915400" y="4929303"/>
            <a:ext cx="228600" cy="214200"/>
          </a:xfrm>
          <a:prstGeom prst="rect">
            <a:avLst/>
          </a:prstGeom>
          <a:noFill/>
          <a:ln>
            <a:noFill/>
          </a:ln>
        </p:spPr>
        <p:txBody>
          <a:bodyPr spcFirstLastPara="1" wrap="square" lIns="0" tIns="0" rIns="0" bIns="0" anchor="ctr" anchorCtr="0">
            <a:noAutofit/>
          </a:bodyPr>
          <a:lstStyle>
            <a:lvl1pPr marL="0" marR="0" lvl="0"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1pPr>
            <a:lvl2pPr marL="0" marR="0" lvl="1"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2pPr>
            <a:lvl3pPr marL="0" marR="0" lvl="2"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3pPr>
            <a:lvl4pPr marL="0" marR="0" lvl="3"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4pPr>
            <a:lvl5pPr marL="0" marR="0" lvl="4"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5pPr>
            <a:lvl6pPr marL="0" marR="0" lvl="5"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6pPr>
            <a:lvl7pPr marL="0" marR="0" lvl="6"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7pPr>
            <a:lvl8pPr marL="0" marR="0" lvl="7"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8pPr>
            <a:lvl9pPr marL="0" marR="0" lvl="8"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9pPr>
          </a:lstStyle>
          <a:p>
            <a:pPr marL="0" lvl="0" indent="0" algn="ct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7" name="Google Shape;37;p8"/>
          <p:cNvSpPr txBox="1">
            <a:spLocks noGrp="1"/>
          </p:cNvSpPr>
          <p:nvPr>
            <p:ph type="sldNum" idx="12"/>
          </p:nvPr>
        </p:nvSpPr>
        <p:spPr>
          <a:xfrm>
            <a:off x="8915400" y="4929303"/>
            <a:ext cx="228600" cy="214200"/>
          </a:xfrm>
          <a:prstGeom prst="rect">
            <a:avLst/>
          </a:prstGeom>
          <a:noFill/>
          <a:ln>
            <a:noFill/>
          </a:ln>
        </p:spPr>
        <p:txBody>
          <a:bodyPr spcFirstLastPara="1" wrap="square" lIns="0" tIns="0" rIns="0" bIns="0" anchor="ctr" anchorCtr="0">
            <a:noAutofit/>
          </a:bodyPr>
          <a:lstStyle>
            <a:lvl1pPr marL="0" marR="0" lvl="0"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1pPr>
            <a:lvl2pPr marL="0" marR="0" lvl="1"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2pPr>
            <a:lvl3pPr marL="0" marR="0" lvl="2"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3pPr>
            <a:lvl4pPr marL="0" marR="0" lvl="3"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4pPr>
            <a:lvl5pPr marL="0" marR="0" lvl="4"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5pPr>
            <a:lvl6pPr marL="0" marR="0" lvl="5"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6pPr>
            <a:lvl7pPr marL="0" marR="0" lvl="6"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7pPr>
            <a:lvl8pPr marL="0" marR="0" lvl="7"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8pPr>
            <a:lvl9pPr marL="0" marR="0" lvl="8"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9pPr>
          </a:lstStyle>
          <a:p>
            <a:pPr marL="0" lvl="0" indent="0" algn="ct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sp>
        <p:nvSpPr>
          <p:cNvPr id="39" name="Google Shape;39;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1" name="Google Shape;41;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2" name="Google Shape;42;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3" name="Google Shape;43;p9"/>
          <p:cNvSpPr txBox="1">
            <a:spLocks noGrp="1"/>
          </p:cNvSpPr>
          <p:nvPr>
            <p:ph type="sldNum" idx="12"/>
          </p:nvPr>
        </p:nvSpPr>
        <p:spPr>
          <a:xfrm>
            <a:off x="8556784" y="4749851"/>
            <a:ext cx="548700" cy="393600"/>
          </a:xfrm>
          <a:prstGeom prst="rect">
            <a:avLst/>
          </a:prstGeom>
        </p:spPr>
        <p:txBody>
          <a:bodyPr spcFirstLastPara="1" wrap="square" lIns="0" tIns="0" rIns="0" bIns="0" anchor="t" anchorCtr="0">
            <a:noAutofit/>
          </a:bodyPr>
          <a:lstStyle>
            <a:lvl1pPr lvl="0" algn="r">
              <a:buNone/>
              <a:defRPr sz="1300">
                <a:latin typeface="Montserrat Medium"/>
                <a:ea typeface="Montserrat Medium"/>
                <a:cs typeface="Montserrat Medium"/>
                <a:sym typeface="Montserrat Medium"/>
              </a:defRPr>
            </a:lvl1pPr>
            <a:lvl2pPr lvl="1" algn="r">
              <a:buNone/>
              <a:defRPr sz="1300">
                <a:latin typeface="Montserrat Medium"/>
                <a:ea typeface="Montserrat Medium"/>
                <a:cs typeface="Montserrat Medium"/>
                <a:sym typeface="Montserrat Medium"/>
              </a:defRPr>
            </a:lvl2pPr>
            <a:lvl3pPr lvl="2" algn="r">
              <a:buNone/>
              <a:defRPr sz="1300">
                <a:latin typeface="Montserrat Medium"/>
                <a:ea typeface="Montserrat Medium"/>
                <a:cs typeface="Montserrat Medium"/>
                <a:sym typeface="Montserrat Medium"/>
              </a:defRPr>
            </a:lvl3pPr>
            <a:lvl4pPr lvl="3" algn="r">
              <a:buNone/>
              <a:defRPr sz="1300">
                <a:latin typeface="Montserrat Medium"/>
                <a:ea typeface="Montserrat Medium"/>
                <a:cs typeface="Montserrat Medium"/>
                <a:sym typeface="Montserrat Medium"/>
              </a:defRPr>
            </a:lvl4pPr>
            <a:lvl5pPr lvl="4" algn="r">
              <a:buNone/>
              <a:defRPr sz="1300">
                <a:latin typeface="Montserrat Medium"/>
                <a:ea typeface="Montserrat Medium"/>
                <a:cs typeface="Montserrat Medium"/>
                <a:sym typeface="Montserrat Medium"/>
              </a:defRPr>
            </a:lvl5pPr>
            <a:lvl6pPr lvl="5" algn="r">
              <a:buNone/>
              <a:defRPr sz="1300">
                <a:latin typeface="Montserrat Medium"/>
                <a:ea typeface="Montserrat Medium"/>
                <a:cs typeface="Montserrat Medium"/>
                <a:sym typeface="Montserrat Medium"/>
              </a:defRPr>
            </a:lvl6pPr>
            <a:lvl7pPr lvl="6" algn="r">
              <a:buNone/>
              <a:defRPr sz="1300">
                <a:latin typeface="Montserrat Medium"/>
                <a:ea typeface="Montserrat Medium"/>
                <a:cs typeface="Montserrat Medium"/>
                <a:sym typeface="Montserrat Medium"/>
              </a:defRPr>
            </a:lvl7pPr>
            <a:lvl8pPr lvl="7" algn="r">
              <a:buNone/>
              <a:defRPr sz="1300">
                <a:latin typeface="Montserrat Medium"/>
                <a:ea typeface="Montserrat Medium"/>
                <a:cs typeface="Montserrat Medium"/>
                <a:sym typeface="Montserrat Medium"/>
              </a:defRPr>
            </a:lvl8pPr>
            <a:lvl9pPr lvl="8" algn="r">
              <a:buNone/>
              <a:defRPr sz="1300">
                <a:latin typeface="Montserrat Medium"/>
                <a:ea typeface="Montserrat Medium"/>
                <a:cs typeface="Montserrat Medium"/>
                <a:sym typeface="Montserrat Medium"/>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4"/>
        <p:cNvGrpSpPr/>
        <p:nvPr/>
      </p:nvGrpSpPr>
      <p:grpSpPr>
        <a:xfrm>
          <a:off x="0" y="0"/>
          <a:ext cx="0" cy="0"/>
          <a:chOff x="0" y="0"/>
          <a:chExt cx="0" cy="0"/>
        </a:xfrm>
      </p:grpSpPr>
      <p:sp>
        <p:nvSpPr>
          <p:cNvPr id="45" name="Google Shape;45;p10"/>
          <p:cNvSpPr txBox="1">
            <a:spLocks noGrp="1"/>
          </p:cNvSpPr>
          <p:nvPr>
            <p:ph type="sldNum" idx="12"/>
          </p:nvPr>
        </p:nvSpPr>
        <p:spPr>
          <a:xfrm>
            <a:off x="8915400" y="4929303"/>
            <a:ext cx="228600" cy="214200"/>
          </a:xfrm>
          <a:prstGeom prst="rect">
            <a:avLst/>
          </a:prstGeom>
          <a:noFill/>
          <a:ln>
            <a:noFill/>
          </a:ln>
        </p:spPr>
        <p:txBody>
          <a:bodyPr spcFirstLastPara="1" wrap="square" lIns="0" tIns="0" rIns="0" bIns="0" anchor="ctr" anchorCtr="0">
            <a:noAutofit/>
          </a:bodyPr>
          <a:lstStyle>
            <a:lvl1pPr marL="0" marR="0" lvl="0"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1pPr>
            <a:lvl2pPr marL="0" marR="0" lvl="1"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2pPr>
            <a:lvl3pPr marL="0" marR="0" lvl="2"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3pPr>
            <a:lvl4pPr marL="0" marR="0" lvl="3"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4pPr>
            <a:lvl5pPr marL="0" marR="0" lvl="4"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5pPr>
            <a:lvl6pPr marL="0" marR="0" lvl="5"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6pPr>
            <a:lvl7pPr marL="0" marR="0" lvl="6"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7pPr>
            <a:lvl8pPr marL="0" marR="0" lvl="7"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8pPr>
            <a:lvl9pPr marL="0" marR="0" lvl="8"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9pPr>
          </a:lstStyle>
          <a:p>
            <a:pPr marL="0" lvl="0" indent="0" algn="ctr" rtl="0">
              <a:spcBef>
                <a:spcPts val="0"/>
              </a:spcBef>
              <a:spcAft>
                <a:spcPts val="0"/>
              </a:spcAft>
              <a:buNone/>
            </a:pPr>
            <a:fld id="{00000000-1234-1234-1234-123412341234}" type="slidenum">
              <a:rPr lang="fr"/>
              <a:t>‹N°›</a:t>
            </a:fld>
            <a:endParaRPr/>
          </a:p>
        </p:txBody>
      </p:sp>
      <p:sp>
        <p:nvSpPr>
          <p:cNvPr id="46" name="Google Shape;46;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7"/>
        <p:cNvGrpSpPr/>
        <p:nvPr/>
      </p:nvGrpSpPr>
      <p:grpSpPr>
        <a:xfrm>
          <a:off x="0" y="0"/>
          <a:ext cx="0" cy="0"/>
          <a:chOff x="0" y="0"/>
          <a:chExt cx="0" cy="0"/>
        </a:xfrm>
      </p:grpSpPr>
      <p:sp>
        <p:nvSpPr>
          <p:cNvPr id="48" name="Google Shape;48;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9" name="Google Shape;49;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0" name="Google Shape;50;p11"/>
          <p:cNvSpPr txBox="1">
            <a:spLocks noGrp="1"/>
          </p:cNvSpPr>
          <p:nvPr>
            <p:ph type="sldNum" idx="12"/>
          </p:nvPr>
        </p:nvSpPr>
        <p:spPr>
          <a:xfrm>
            <a:off x="8915400" y="4929303"/>
            <a:ext cx="228600" cy="214200"/>
          </a:xfrm>
          <a:prstGeom prst="rect">
            <a:avLst/>
          </a:prstGeom>
          <a:noFill/>
          <a:ln>
            <a:noFill/>
          </a:ln>
        </p:spPr>
        <p:txBody>
          <a:bodyPr spcFirstLastPara="1" wrap="square" lIns="0" tIns="0" rIns="0" bIns="0" anchor="ctr" anchorCtr="0">
            <a:noAutofit/>
          </a:bodyPr>
          <a:lstStyle>
            <a:lvl1pPr marL="0" marR="0" lvl="0"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1pPr>
            <a:lvl2pPr marL="0" marR="0" lvl="1"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2pPr>
            <a:lvl3pPr marL="0" marR="0" lvl="2"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3pPr>
            <a:lvl4pPr marL="0" marR="0" lvl="3"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4pPr>
            <a:lvl5pPr marL="0" marR="0" lvl="4"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5pPr>
            <a:lvl6pPr marL="0" marR="0" lvl="5"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6pPr>
            <a:lvl7pPr marL="0" marR="0" lvl="6"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7pPr>
            <a:lvl8pPr marL="0" marR="0" lvl="7"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8pPr>
            <a:lvl9pPr marL="0" marR="0" lvl="8"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9pPr>
          </a:lstStyle>
          <a:p>
            <a:pPr marL="0" lvl="0" indent="0" algn="ct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1"/>
        <p:cNvGrpSpPr/>
        <p:nvPr/>
      </p:nvGrpSpPr>
      <p:grpSpPr>
        <a:xfrm>
          <a:off x="0" y="0"/>
          <a:ext cx="0" cy="0"/>
          <a:chOff x="0" y="0"/>
          <a:chExt cx="0" cy="0"/>
        </a:xfrm>
      </p:grpSpPr>
      <p:sp>
        <p:nvSpPr>
          <p:cNvPr id="52" name="Google Shape;52;p12"/>
          <p:cNvSpPr txBox="1">
            <a:spLocks noGrp="1"/>
          </p:cNvSpPr>
          <p:nvPr>
            <p:ph type="sldNum" idx="12"/>
          </p:nvPr>
        </p:nvSpPr>
        <p:spPr>
          <a:xfrm>
            <a:off x="8915400" y="4929303"/>
            <a:ext cx="228600" cy="214200"/>
          </a:xfrm>
          <a:prstGeom prst="rect">
            <a:avLst/>
          </a:prstGeom>
          <a:noFill/>
          <a:ln>
            <a:noFill/>
          </a:ln>
        </p:spPr>
        <p:txBody>
          <a:bodyPr spcFirstLastPara="1" wrap="square" lIns="0" tIns="0" rIns="0" bIns="0" anchor="ctr" anchorCtr="0">
            <a:noAutofit/>
          </a:bodyPr>
          <a:lstStyle>
            <a:lvl1pPr marL="0" marR="0" lvl="0"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1pPr>
            <a:lvl2pPr marL="0" marR="0" lvl="1"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2pPr>
            <a:lvl3pPr marL="0" marR="0" lvl="2"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3pPr>
            <a:lvl4pPr marL="0" marR="0" lvl="3"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4pPr>
            <a:lvl5pPr marL="0" marR="0" lvl="4"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5pPr>
            <a:lvl6pPr marL="0" marR="0" lvl="5"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6pPr>
            <a:lvl7pPr marL="0" marR="0" lvl="6"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7pPr>
            <a:lvl8pPr marL="0" marR="0" lvl="7"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8pPr>
            <a:lvl9pPr marL="0" marR="0" lvl="8"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9pPr>
          </a:lstStyle>
          <a:p>
            <a:pPr marL="0" lvl="0" indent="0" algn="ct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spAutoFit/>
          </a:bodyPr>
          <a:lstStyle>
            <a:lvl1pPr marR="0" lvl="0" algn="l" rtl="0">
              <a:lnSpc>
                <a:spcPct val="115000"/>
              </a:lnSpc>
              <a:spcBef>
                <a:spcPts val="0"/>
              </a:spcBef>
              <a:spcAft>
                <a:spcPts val="0"/>
              </a:spcAft>
              <a:buClr>
                <a:schemeClr val="dk1"/>
              </a:buClr>
              <a:buSzPts val="2800"/>
              <a:buFont typeface="Montserrat ExtraBold"/>
              <a:buNone/>
              <a:defRPr sz="2800" i="0" u="none" strike="noStrike" cap="none">
                <a:solidFill>
                  <a:schemeClr val="dk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dk1"/>
              </a:buClr>
              <a:buSzPts val="2800"/>
              <a:buFont typeface="Montserrat ExtraBold"/>
              <a:buNone/>
              <a:defRPr sz="2800" i="0" u="none" strike="noStrike" cap="none">
                <a:solidFill>
                  <a:schemeClr val="dk1"/>
                </a:solidFill>
                <a:latin typeface="Montserrat ExtraBold"/>
                <a:ea typeface="Montserrat ExtraBold"/>
                <a:cs typeface="Montserrat ExtraBold"/>
                <a:sym typeface="Montserrat ExtraBold"/>
              </a:defRPr>
            </a:lvl2pPr>
            <a:lvl3pPr marR="0" lvl="2" algn="l" rtl="0">
              <a:lnSpc>
                <a:spcPct val="100000"/>
              </a:lnSpc>
              <a:spcBef>
                <a:spcPts val="0"/>
              </a:spcBef>
              <a:spcAft>
                <a:spcPts val="0"/>
              </a:spcAft>
              <a:buClr>
                <a:schemeClr val="dk1"/>
              </a:buClr>
              <a:buSzPts val="2800"/>
              <a:buFont typeface="Montserrat ExtraBold"/>
              <a:buNone/>
              <a:defRPr sz="2800" i="0" u="none" strike="noStrike" cap="none">
                <a:solidFill>
                  <a:schemeClr val="dk1"/>
                </a:solidFill>
                <a:latin typeface="Montserrat ExtraBold"/>
                <a:ea typeface="Montserrat ExtraBold"/>
                <a:cs typeface="Montserrat ExtraBold"/>
                <a:sym typeface="Montserrat ExtraBold"/>
              </a:defRPr>
            </a:lvl3pPr>
            <a:lvl4pPr marR="0" lvl="3" algn="l" rtl="0">
              <a:lnSpc>
                <a:spcPct val="100000"/>
              </a:lnSpc>
              <a:spcBef>
                <a:spcPts val="0"/>
              </a:spcBef>
              <a:spcAft>
                <a:spcPts val="0"/>
              </a:spcAft>
              <a:buClr>
                <a:schemeClr val="dk1"/>
              </a:buClr>
              <a:buSzPts val="2800"/>
              <a:buFont typeface="Montserrat ExtraBold"/>
              <a:buNone/>
              <a:defRPr sz="2800" i="0" u="none" strike="noStrike" cap="none">
                <a:solidFill>
                  <a:schemeClr val="dk1"/>
                </a:solidFill>
                <a:latin typeface="Montserrat ExtraBold"/>
                <a:ea typeface="Montserrat ExtraBold"/>
                <a:cs typeface="Montserrat ExtraBold"/>
                <a:sym typeface="Montserrat ExtraBold"/>
              </a:defRPr>
            </a:lvl4pPr>
            <a:lvl5pPr marR="0" lvl="4" algn="l" rtl="0">
              <a:lnSpc>
                <a:spcPct val="100000"/>
              </a:lnSpc>
              <a:spcBef>
                <a:spcPts val="0"/>
              </a:spcBef>
              <a:spcAft>
                <a:spcPts val="0"/>
              </a:spcAft>
              <a:buClr>
                <a:schemeClr val="dk1"/>
              </a:buClr>
              <a:buSzPts val="2800"/>
              <a:buFont typeface="Montserrat ExtraBold"/>
              <a:buNone/>
              <a:defRPr sz="2800" i="0" u="none" strike="noStrike" cap="none">
                <a:solidFill>
                  <a:schemeClr val="dk1"/>
                </a:solidFill>
                <a:latin typeface="Montserrat ExtraBold"/>
                <a:ea typeface="Montserrat ExtraBold"/>
                <a:cs typeface="Montserrat ExtraBold"/>
                <a:sym typeface="Montserrat ExtraBold"/>
              </a:defRPr>
            </a:lvl5pPr>
            <a:lvl6pPr marR="0" lvl="5" algn="l" rtl="0">
              <a:lnSpc>
                <a:spcPct val="100000"/>
              </a:lnSpc>
              <a:spcBef>
                <a:spcPts val="0"/>
              </a:spcBef>
              <a:spcAft>
                <a:spcPts val="0"/>
              </a:spcAft>
              <a:buClr>
                <a:schemeClr val="dk1"/>
              </a:buClr>
              <a:buSzPts val="2800"/>
              <a:buFont typeface="Montserrat ExtraBold"/>
              <a:buNone/>
              <a:defRPr sz="2800" i="0" u="none" strike="noStrike" cap="none">
                <a:solidFill>
                  <a:schemeClr val="dk1"/>
                </a:solidFill>
                <a:latin typeface="Montserrat ExtraBold"/>
                <a:ea typeface="Montserrat ExtraBold"/>
                <a:cs typeface="Montserrat ExtraBold"/>
                <a:sym typeface="Montserrat ExtraBold"/>
              </a:defRPr>
            </a:lvl6pPr>
            <a:lvl7pPr marR="0" lvl="6" algn="l" rtl="0">
              <a:lnSpc>
                <a:spcPct val="100000"/>
              </a:lnSpc>
              <a:spcBef>
                <a:spcPts val="0"/>
              </a:spcBef>
              <a:spcAft>
                <a:spcPts val="0"/>
              </a:spcAft>
              <a:buClr>
                <a:schemeClr val="dk1"/>
              </a:buClr>
              <a:buSzPts val="2800"/>
              <a:buFont typeface="Montserrat ExtraBold"/>
              <a:buNone/>
              <a:defRPr sz="2800" i="0" u="none" strike="noStrike" cap="none">
                <a:solidFill>
                  <a:schemeClr val="dk1"/>
                </a:solidFill>
                <a:latin typeface="Montserrat ExtraBold"/>
                <a:ea typeface="Montserrat ExtraBold"/>
                <a:cs typeface="Montserrat ExtraBold"/>
                <a:sym typeface="Montserrat ExtraBold"/>
              </a:defRPr>
            </a:lvl7pPr>
            <a:lvl8pPr marR="0" lvl="7" algn="l" rtl="0">
              <a:lnSpc>
                <a:spcPct val="100000"/>
              </a:lnSpc>
              <a:spcBef>
                <a:spcPts val="0"/>
              </a:spcBef>
              <a:spcAft>
                <a:spcPts val="0"/>
              </a:spcAft>
              <a:buClr>
                <a:schemeClr val="dk1"/>
              </a:buClr>
              <a:buSzPts val="2800"/>
              <a:buFont typeface="Montserrat ExtraBold"/>
              <a:buNone/>
              <a:defRPr sz="2800" i="0" u="none" strike="noStrike" cap="none">
                <a:solidFill>
                  <a:schemeClr val="dk1"/>
                </a:solidFill>
                <a:latin typeface="Montserrat ExtraBold"/>
                <a:ea typeface="Montserrat ExtraBold"/>
                <a:cs typeface="Montserrat ExtraBold"/>
                <a:sym typeface="Montserrat ExtraBold"/>
              </a:defRPr>
            </a:lvl8pPr>
            <a:lvl9pPr marR="0" lvl="8" algn="l" rtl="0">
              <a:lnSpc>
                <a:spcPct val="100000"/>
              </a:lnSpc>
              <a:spcBef>
                <a:spcPts val="0"/>
              </a:spcBef>
              <a:spcAft>
                <a:spcPts val="0"/>
              </a:spcAft>
              <a:buClr>
                <a:schemeClr val="dk1"/>
              </a:buClr>
              <a:buSzPts val="2800"/>
              <a:buFont typeface="Montserrat ExtraBold"/>
              <a:buNone/>
              <a:defRPr sz="2800" i="0" u="none" strike="noStrike" cap="none">
                <a:solidFill>
                  <a:schemeClr val="dk1"/>
                </a:solidFill>
                <a:latin typeface="Montserrat ExtraBold"/>
                <a:ea typeface="Montserrat ExtraBold"/>
                <a:cs typeface="Montserrat ExtraBold"/>
                <a:sym typeface="Montserrat ExtraBold"/>
              </a:defRPr>
            </a:lvl9pPr>
          </a:lstStyle>
          <a:p>
            <a:endParaRPr/>
          </a:p>
        </p:txBody>
      </p:sp>
      <p:sp>
        <p:nvSpPr>
          <p:cNvPr id="7" name="Google Shape;7;p1"/>
          <p:cNvSpPr txBox="1">
            <a:spLocks noGrp="1"/>
          </p:cNvSpPr>
          <p:nvPr>
            <p:ph type="body" idx="1"/>
          </p:nvPr>
        </p:nvSpPr>
        <p:spPr>
          <a:xfrm>
            <a:off x="311700" y="1152475"/>
            <a:ext cx="8603700" cy="788400"/>
          </a:xfrm>
          <a:prstGeom prst="rect">
            <a:avLst/>
          </a:prstGeom>
          <a:noFill/>
          <a:ln>
            <a:noFill/>
          </a:ln>
        </p:spPr>
        <p:txBody>
          <a:bodyPr spcFirstLastPara="1" wrap="square" lIns="91425" tIns="91425" rIns="91425" bIns="91425" anchor="t" anchorCtr="0">
            <a:spAutoFit/>
          </a:bodyPr>
          <a:lstStyle>
            <a:lvl1pPr marL="457200" marR="0" lvl="0" indent="-342900" algn="l" rtl="0">
              <a:lnSpc>
                <a:spcPct val="115000"/>
              </a:lnSpc>
              <a:spcBef>
                <a:spcPts val="600"/>
              </a:spcBef>
              <a:spcAft>
                <a:spcPts val="0"/>
              </a:spcAft>
              <a:buClr>
                <a:schemeClr val="dk2"/>
              </a:buClr>
              <a:buSzPts val="1800"/>
              <a:buFont typeface="Montserrat Medium"/>
              <a:buChar char="●"/>
              <a:defRPr sz="1800" i="0" u="none" strike="noStrike" cap="none">
                <a:solidFill>
                  <a:schemeClr val="dk2"/>
                </a:solidFill>
                <a:latin typeface="Montserrat Medium"/>
                <a:ea typeface="Montserrat Medium"/>
                <a:cs typeface="Montserrat Medium"/>
                <a:sym typeface="Montserrat Medium"/>
              </a:defRPr>
            </a:lvl1pPr>
            <a:lvl2pPr marL="914400" marR="0" lvl="1" indent="-317500" algn="l" rtl="0">
              <a:lnSpc>
                <a:spcPct val="115000"/>
              </a:lnSpc>
              <a:spcBef>
                <a:spcPts val="600"/>
              </a:spcBef>
              <a:spcAft>
                <a:spcPts val="0"/>
              </a:spcAft>
              <a:buClr>
                <a:schemeClr val="dk2"/>
              </a:buClr>
              <a:buSzPts val="1400"/>
              <a:buFont typeface="Montserrat Medium"/>
              <a:buChar char="○"/>
              <a:defRPr sz="1400" i="0" u="none" strike="noStrike" cap="none">
                <a:solidFill>
                  <a:schemeClr val="dk2"/>
                </a:solidFill>
                <a:latin typeface="Montserrat Medium"/>
                <a:ea typeface="Montserrat Medium"/>
                <a:cs typeface="Montserrat Medium"/>
                <a:sym typeface="Montserrat Medium"/>
              </a:defRPr>
            </a:lvl2pPr>
            <a:lvl3pPr marL="1371600" marR="0" lvl="2" indent="-317500" algn="l" rtl="0">
              <a:lnSpc>
                <a:spcPct val="115000"/>
              </a:lnSpc>
              <a:spcBef>
                <a:spcPts val="600"/>
              </a:spcBef>
              <a:spcAft>
                <a:spcPts val="0"/>
              </a:spcAft>
              <a:buClr>
                <a:schemeClr val="dk2"/>
              </a:buClr>
              <a:buSzPts val="1400"/>
              <a:buFont typeface="Montserrat Medium"/>
              <a:buChar char="■"/>
              <a:defRPr sz="1400" i="0" u="none" strike="noStrike" cap="none">
                <a:solidFill>
                  <a:schemeClr val="dk2"/>
                </a:solidFill>
                <a:latin typeface="Montserrat Medium"/>
                <a:ea typeface="Montserrat Medium"/>
                <a:cs typeface="Montserrat Medium"/>
                <a:sym typeface="Montserrat Medium"/>
              </a:defRPr>
            </a:lvl3pPr>
            <a:lvl4pPr marL="1828800" marR="0" lvl="3" indent="-317500" algn="l" rtl="0">
              <a:lnSpc>
                <a:spcPct val="115000"/>
              </a:lnSpc>
              <a:spcBef>
                <a:spcPts val="600"/>
              </a:spcBef>
              <a:spcAft>
                <a:spcPts val="0"/>
              </a:spcAft>
              <a:buClr>
                <a:schemeClr val="dk2"/>
              </a:buClr>
              <a:buSzPts val="1400"/>
              <a:buFont typeface="Montserrat Medium"/>
              <a:buChar char="●"/>
              <a:defRPr sz="1400" i="0" u="none" strike="noStrike" cap="none">
                <a:solidFill>
                  <a:schemeClr val="dk2"/>
                </a:solidFill>
                <a:latin typeface="Montserrat Medium"/>
                <a:ea typeface="Montserrat Medium"/>
                <a:cs typeface="Montserrat Medium"/>
                <a:sym typeface="Montserrat Medium"/>
              </a:defRPr>
            </a:lvl4pPr>
            <a:lvl5pPr marL="2286000" marR="0" lvl="4" indent="-317500" algn="l" rtl="0">
              <a:lnSpc>
                <a:spcPct val="115000"/>
              </a:lnSpc>
              <a:spcBef>
                <a:spcPts val="600"/>
              </a:spcBef>
              <a:spcAft>
                <a:spcPts val="0"/>
              </a:spcAft>
              <a:buClr>
                <a:schemeClr val="dk2"/>
              </a:buClr>
              <a:buSzPts val="1400"/>
              <a:buFont typeface="Montserrat Medium"/>
              <a:buChar char="○"/>
              <a:defRPr sz="1400" i="0" u="none" strike="noStrike" cap="none">
                <a:solidFill>
                  <a:schemeClr val="dk2"/>
                </a:solidFill>
                <a:latin typeface="Montserrat Medium"/>
                <a:ea typeface="Montserrat Medium"/>
                <a:cs typeface="Montserrat Medium"/>
                <a:sym typeface="Montserrat Medium"/>
              </a:defRPr>
            </a:lvl5pPr>
            <a:lvl6pPr marL="2743200" marR="0" lvl="5" indent="-317500" algn="l" rtl="0">
              <a:lnSpc>
                <a:spcPct val="115000"/>
              </a:lnSpc>
              <a:spcBef>
                <a:spcPts val="600"/>
              </a:spcBef>
              <a:spcAft>
                <a:spcPts val="0"/>
              </a:spcAft>
              <a:buClr>
                <a:schemeClr val="dk2"/>
              </a:buClr>
              <a:buSzPts val="1400"/>
              <a:buFont typeface="Montserrat Medium"/>
              <a:buChar char="■"/>
              <a:defRPr sz="1400" i="0" u="none" strike="noStrike" cap="none">
                <a:solidFill>
                  <a:schemeClr val="dk2"/>
                </a:solidFill>
                <a:latin typeface="Montserrat Medium"/>
                <a:ea typeface="Montserrat Medium"/>
                <a:cs typeface="Montserrat Medium"/>
                <a:sym typeface="Montserrat Medium"/>
              </a:defRPr>
            </a:lvl6pPr>
            <a:lvl7pPr marL="3200400" marR="0" lvl="6" indent="-317500" algn="l" rtl="0">
              <a:lnSpc>
                <a:spcPct val="115000"/>
              </a:lnSpc>
              <a:spcBef>
                <a:spcPts val="600"/>
              </a:spcBef>
              <a:spcAft>
                <a:spcPts val="0"/>
              </a:spcAft>
              <a:buClr>
                <a:schemeClr val="dk2"/>
              </a:buClr>
              <a:buSzPts val="1400"/>
              <a:buFont typeface="Montserrat Medium"/>
              <a:buChar char="●"/>
              <a:defRPr sz="1400" i="0" u="none" strike="noStrike" cap="none">
                <a:solidFill>
                  <a:schemeClr val="dk2"/>
                </a:solidFill>
                <a:latin typeface="Montserrat Medium"/>
                <a:ea typeface="Montserrat Medium"/>
                <a:cs typeface="Montserrat Medium"/>
                <a:sym typeface="Montserrat Medium"/>
              </a:defRPr>
            </a:lvl7pPr>
            <a:lvl8pPr marL="3657600" marR="0" lvl="7" indent="-317500" algn="l" rtl="0">
              <a:lnSpc>
                <a:spcPct val="115000"/>
              </a:lnSpc>
              <a:spcBef>
                <a:spcPts val="600"/>
              </a:spcBef>
              <a:spcAft>
                <a:spcPts val="0"/>
              </a:spcAft>
              <a:buClr>
                <a:schemeClr val="dk2"/>
              </a:buClr>
              <a:buSzPts val="1400"/>
              <a:buFont typeface="Montserrat Medium"/>
              <a:buChar char="○"/>
              <a:defRPr sz="1400" i="0" u="none" strike="noStrike" cap="none">
                <a:solidFill>
                  <a:schemeClr val="dk2"/>
                </a:solidFill>
                <a:latin typeface="Montserrat Medium"/>
                <a:ea typeface="Montserrat Medium"/>
                <a:cs typeface="Montserrat Medium"/>
                <a:sym typeface="Montserrat Medium"/>
              </a:defRPr>
            </a:lvl8pPr>
            <a:lvl9pPr marL="4114800" marR="0" lvl="8" indent="-317500" algn="l" rtl="0">
              <a:lnSpc>
                <a:spcPct val="115000"/>
              </a:lnSpc>
              <a:spcBef>
                <a:spcPts val="600"/>
              </a:spcBef>
              <a:spcAft>
                <a:spcPts val="600"/>
              </a:spcAft>
              <a:buClr>
                <a:schemeClr val="dk2"/>
              </a:buClr>
              <a:buSzPts val="1400"/>
              <a:buFont typeface="Montserrat Medium"/>
              <a:buChar char="■"/>
              <a:defRPr sz="1400" i="0" u="none" strike="noStrike" cap="none">
                <a:solidFill>
                  <a:schemeClr val="dk2"/>
                </a:solidFill>
                <a:latin typeface="Montserrat Medium"/>
                <a:ea typeface="Montserrat Medium"/>
                <a:cs typeface="Montserrat Medium"/>
                <a:sym typeface="Montserrat Medium"/>
              </a:defRPr>
            </a:lvl9pPr>
          </a:lstStyle>
          <a:p>
            <a:endParaRPr/>
          </a:p>
        </p:txBody>
      </p:sp>
      <p:sp>
        <p:nvSpPr>
          <p:cNvPr id="8" name="Google Shape;8;p1"/>
          <p:cNvSpPr txBox="1">
            <a:spLocks noGrp="1"/>
          </p:cNvSpPr>
          <p:nvPr>
            <p:ph type="sldNum" idx="12"/>
          </p:nvPr>
        </p:nvSpPr>
        <p:spPr>
          <a:xfrm>
            <a:off x="8915400" y="4929303"/>
            <a:ext cx="228600" cy="214200"/>
          </a:xfrm>
          <a:prstGeom prst="rect">
            <a:avLst/>
          </a:prstGeom>
          <a:noFill/>
          <a:ln>
            <a:noFill/>
          </a:ln>
        </p:spPr>
        <p:txBody>
          <a:bodyPr spcFirstLastPara="1" wrap="square" lIns="0" tIns="0" rIns="0" bIns="0" anchor="ctr" anchorCtr="0">
            <a:noAutofit/>
          </a:bodyPr>
          <a:lstStyle>
            <a:lvl1pPr marL="0" marR="0" lvl="0"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1pPr>
            <a:lvl2pPr marL="0" marR="0" lvl="1"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2pPr>
            <a:lvl3pPr marL="0" marR="0" lvl="2"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3pPr>
            <a:lvl4pPr marL="0" marR="0" lvl="3"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4pPr>
            <a:lvl5pPr marL="0" marR="0" lvl="4"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5pPr>
            <a:lvl6pPr marL="0" marR="0" lvl="5"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6pPr>
            <a:lvl7pPr marL="0" marR="0" lvl="6"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7pPr>
            <a:lvl8pPr marL="0" marR="0" lvl="7"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8pPr>
            <a:lvl9pPr marL="0" marR="0" lvl="8" indent="0" algn="ctr" rtl="0">
              <a:lnSpc>
                <a:spcPct val="100000"/>
              </a:lnSpc>
              <a:spcBef>
                <a:spcPts val="0"/>
              </a:spcBef>
              <a:spcAft>
                <a:spcPts val="0"/>
              </a:spcAft>
              <a:buClr>
                <a:srgbClr val="000000"/>
              </a:buClr>
              <a:buSzPts val="1000"/>
              <a:buFont typeface="Arial"/>
              <a:buNone/>
              <a:defRPr sz="700" i="0" u="none" strike="noStrike" cap="none">
                <a:solidFill>
                  <a:schemeClr val="dk2"/>
                </a:solidFill>
                <a:latin typeface="Montserrat Light"/>
                <a:ea typeface="Montserrat Light"/>
                <a:cs typeface="Montserrat Light"/>
                <a:sym typeface="Montserrat Light"/>
              </a:defRPr>
            </a:lvl9pPr>
          </a:lstStyle>
          <a:p>
            <a:pPr marL="0" lvl="0" indent="0" algn="ct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140">
          <p15:clr>
            <a:srgbClr val="E46962"/>
          </p15:clr>
        </p15:guide>
        <p15:guide id="2" pos="536">
          <p15:clr>
            <a:srgbClr val="E46962"/>
          </p15:clr>
        </p15:guide>
        <p15:guide id="3" pos="602">
          <p15:clr>
            <a:srgbClr val="E46962"/>
          </p15:clr>
        </p15:guide>
        <p15:guide id="4" pos="998">
          <p15:clr>
            <a:srgbClr val="E46962"/>
          </p15:clr>
        </p15:guide>
        <p15:guide id="5" pos="1064">
          <p15:clr>
            <a:srgbClr val="E46962"/>
          </p15:clr>
        </p15:guide>
        <p15:guide id="6" pos="1460">
          <p15:clr>
            <a:srgbClr val="E46962"/>
          </p15:clr>
        </p15:guide>
        <p15:guide id="7" pos="1526">
          <p15:clr>
            <a:srgbClr val="E46962"/>
          </p15:clr>
        </p15:guide>
        <p15:guide id="8" pos="1921">
          <p15:clr>
            <a:srgbClr val="E46962"/>
          </p15:clr>
        </p15:guide>
        <p15:guide id="9" pos="1988">
          <p15:clr>
            <a:srgbClr val="E46962"/>
          </p15:clr>
        </p15:guide>
        <p15:guide id="10" pos="2383">
          <p15:clr>
            <a:srgbClr val="E46962"/>
          </p15:clr>
        </p15:guide>
        <p15:guide id="11" pos="2449">
          <p15:clr>
            <a:srgbClr val="E46962"/>
          </p15:clr>
        </p15:guide>
        <p15:guide id="12" pos="2845">
          <p15:clr>
            <a:srgbClr val="E46962"/>
          </p15:clr>
        </p15:guide>
        <p15:guide id="13" pos="2911">
          <p15:clr>
            <a:srgbClr val="E46962"/>
          </p15:clr>
        </p15:guide>
        <p15:guide id="14" pos="3307">
          <p15:clr>
            <a:srgbClr val="E46962"/>
          </p15:clr>
        </p15:guide>
        <p15:guide id="15" pos="3373">
          <p15:clr>
            <a:srgbClr val="E46962"/>
          </p15:clr>
        </p15:guide>
        <p15:guide id="16" pos="3769">
          <p15:clr>
            <a:srgbClr val="E46962"/>
          </p15:clr>
        </p15:guide>
        <p15:guide id="17" pos="3835">
          <p15:clr>
            <a:srgbClr val="E46962"/>
          </p15:clr>
        </p15:guide>
        <p15:guide id="18" pos="4231">
          <p15:clr>
            <a:srgbClr val="E46962"/>
          </p15:clr>
        </p15:guide>
        <p15:guide id="19" pos="4297">
          <p15:clr>
            <a:srgbClr val="E46962"/>
          </p15:clr>
        </p15:guide>
        <p15:guide id="20" pos="4692">
          <p15:clr>
            <a:srgbClr val="E46962"/>
          </p15:clr>
        </p15:guide>
        <p15:guide id="21" pos="4758">
          <p15:clr>
            <a:srgbClr val="E46962"/>
          </p15:clr>
        </p15:guide>
        <p15:guide id="22" pos="5154">
          <p15:clr>
            <a:srgbClr val="E46962"/>
          </p15:clr>
        </p15:guide>
        <p15:guide id="23" pos="5220">
          <p15:clr>
            <a:srgbClr val="E46962"/>
          </p15:clr>
        </p15:guide>
        <p15:guide id="24" pos="5616">
          <p15:clr>
            <a:srgbClr val="E46962"/>
          </p15:clr>
        </p15:guide>
        <p15:guide id="25" orient="horz" pos="636">
          <p15:clr>
            <a:srgbClr val="E46962"/>
          </p15:clr>
        </p15:guide>
        <p15:guide id="26" orient="horz" pos="3105">
          <p15:clr>
            <a:srgbClr val="E46962"/>
          </p15:clr>
        </p15:guide>
        <p15:guide id="27" orient="horz" pos="135">
          <p15:clr>
            <a:srgbClr val="E46962"/>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hyperlink" Target="https://ma-cantine-1.gitbook.io/ma-cantine-egalim/procedure-campagne-de-remontee-des-donnees-2022" TargetMode="External"/><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7.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0.png"/><Relationship Id="rId7"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image" Target="../media/image31.jpg"/><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3"/>
          <p:cNvSpPr txBox="1">
            <a:spLocks noGrp="1"/>
          </p:cNvSpPr>
          <p:nvPr>
            <p:ph type="ctrTitle"/>
          </p:nvPr>
        </p:nvSpPr>
        <p:spPr>
          <a:xfrm>
            <a:off x="222650" y="214200"/>
            <a:ext cx="4293900" cy="2105700"/>
          </a:xfrm>
          <a:prstGeom prst="rect">
            <a:avLst/>
          </a:prstGeom>
        </p:spPr>
        <p:txBody>
          <a:bodyPr spcFirstLastPara="1" wrap="square" lIns="0" tIns="0" rIns="0" bIns="0" anchor="t" anchorCtr="0">
            <a:spAutoFit/>
          </a:bodyPr>
          <a:lstStyle/>
          <a:p>
            <a:pPr marL="0" lvl="0" indent="0" algn="l" rtl="0">
              <a:lnSpc>
                <a:spcPct val="95000"/>
              </a:lnSpc>
              <a:spcBef>
                <a:spcPts val="0"/>
              </a:spcBef>
              <a:spcAft>
                <a:spcPts val="0"/>
              </a:spcAft>
              <a:buNone/>
            </a:pPr>
            <a:r>
              <a:rPr lang="fr"/>
              <a:t>ma-cantine</a:t>
            </a:r>
            <a:br>
              <a:rPr lang="fr"/>
            </a:br>
            <a:r>
              <a:rPr lang="fr"/>
              <a:t>.agriculture</a:t>
            </a:r>
            <a:br>
              <a:rPr lang="fr"/>
            </a:br>
            <a:r>
              <a:rPr lang="fr"/>
              <a:t>.gouv.fr</a:t>
            </a:r>
            <a:endParaRPr/>
          </a:p>
        </p:txBody>
      </p:sp>
      <p:sp>
        <p:nvSpPr>
          <p:cNvPr id="58" name="Google Shape;58;p13"/>
          <p:cNvSpPr txBox="1">
            <a:spLocks noGrp="1"/>
          </p:cNvSpPr>
          <p:nvPr>
            <p:ph type="subTitle" idx="1"/>
          </p:nvPr>
        </p:nvSpPr>
        <p:spPr>
          <a:xfrm>
            <a:off x="222650" y="2583000"/>
            <a:ext cx="4293900" cy="11082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fr"/>
              <a:t>plateforme publique d’accompagnement à la transition alimentaire en restauration collective</a:t>
            </a:r>
            <a:endParaRPr/>
          </a:p>
        </p:txBody>
      </p:sp>
      <p:sp>
        <p:nvSpPr>
          <p:cNvPr id="59" name="Google Shape;59;p13"/>
          <p:cNvSpPr txBox="1">
            <a:spLocks noGrp="1"/>
          </p:cNvSpPr>
          <p:nvPr>
            <p:ph type="sldNum" idx="12"/>
          </p:nvPr>
        </p:nvSpPr>
        <p:spPr>
          <a:xfrm>
            <a:off x="8915400" y="4929303"/>
            <a:ext cx="228600" cy="21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fr" sz="700" i="0" u="none" strike="noStrike" cap="none">
                <a:solidFill>
                  <a:schemeClr val="dk2"/>
                </a:solidFill>
                <a:latin typeface="Montserrat Light"/>
                <a:ea typeface="Montserrat Light"/>
                <a:cs typeface="Montserrat Light"/>
                <a:sym typeface="Montserrat Light"/>
              </a:rPr>
              <a:t>1</a:t>
            </a:fld>
            <a:endParaRPr sz="700" i="0" u="none" strike="noStrike" cap="none">
              <a:solidFill>
                <a:schemeClr val="dk2"/>
              </a:solidFill>
              <a:latin typeface="Montserrat Light"/>
              <a:ea typeface="Montserrat Light"/>
              <a:cs typeface="Montserrat Light"/>
              <a:sym typeface="Montserrat Light"/>
            </a:endParaRPr>
          </a:p>
        </p:txBody>
      </p:sp>
      <p:pic>
        <p:nvPicPr>
          <p:cNvPr id="60" name="Google Shape;60;p13"/>
          <p:cNvPicPr preferRelativeResize="0"/>
          <p:nvPr/>
        </p:nvPicPr>
        <p:blipFill rotWithShape="1">
          <a:blip r:embed="rId3">
            <a:alphaModFix/>
          </a:blip>
          <a:srcRect t="631" b="631"/>
          <a:stretch/>
        </p:blipFill>
        <p:spPr>
          <a:xfrm>
            <a:off x="0" y="3677400"/>
            <a:ext cx="2667000" cy="1524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222650" y="214200"/>
            <a:ext cx="4450800" cy="615600"/>
          </a:xfrm>
          <a:prstGeom prst="rect">
            <a:avLst/>
          </a:prstGeom>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fr"/>
              <a:t>Déroulé du webinaire</a:t>
            </a:r>
            <a:endParaRPr/>
          </a:p>
        </p:txBody>
      </p:sp>
      <p:cxnSp>
        <p:nvCxnSpPr>
          <p:cNvPr id="66" name="Google Shape;66;p14"/>
          <p:cNvCxnSpPr/>
          <p:nvPr/>
        </p:nvCxnSpPr>
        <p:spPr>
          <a:xfrm>
            <a:off x="2312025" y="1640125"/>
            <a:ext cx="0" cy="2996100"/>
          </a:xfrm>
          <a:prstGeom prst="straightConnector1">
            <a:avLst/>
          </a:prstGeom>
          <a:noFill/>
          <a:ln w="9525" cap="flat" cmpd="sng">
            <a:solidFill>
              <a:schemeClr val="dk2"/>
            </a:solidFill>
            <a:prstDash val="dot"/>
            <a:round/>
            <a:headEnd type="none" w="med" len="med"/>
            <a:tailEnd type="none" w="med" len="med"/>
          </a:ln>
        </p:spPr>
      </p:cxnSp>
      <p:sp>
        <p:nvSpPr>
          <p:cNvPr id="67" name="Google Shape;67;p14"/>
          <p:cNvSpPr txBox="1">
            <a:spLocks noGrp="1"/>
          </p:cNvSpPr>
          <p:nvPr>
            <p:ph type="sldNum" idx="12"/>
          </p:nvPr>
        </p:nvSpPr>
        <p:spPr>
          <a:xfrm>
            <a:off x="8915400" y="4929303"/>
            <a:ext cx="228600" cy="21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fr" sz="700" i="0" u="none" strike="noStrike" cap="none">
                <a:solidFill>
                  <a:schemeClr val="dk2"/>
                </a:solidFill>
                <a:latin typeface="Montserrat Light"/>
                <a:ea typeface="Montserrat Light"/>
                <a:cs typeface="Montserrat Light"/>
                <a:sym typeface="Montserrat Light"/>
              </a:rPr>
              <a:t>2</a:t>
            </a:fld>
            <a:endParaRPr sz="700" i="0" u="none" strike="noStrike" cap="none">
              <a:solidFill>
                <a:schemeClr val="dk2"/>
              </a:solidFill>
              <a:latin typeface="Montserrat Light"/>
              <a:ea typeface="Montserrat Light"/>
              <a:cs typeface="Montserrat Light"/>
              <a:sym typeface="Montserrat Light"/>
            </a:endParaRPr>
          </a:p>
        </p:txBody>
      </p:sp>
      <p:pic>
        <p:nvPicPr>
          <p:cNvPr id="68" name="Google Shape;68;p14"/>
          <p:cNvPicPr preferRelativeResize="0"/>
          <p:nvPr/>
        </p:nvPicPr>
        <p:blipFill rotWithShape="1">
          <a:blip r:embed="rId3">
            <a:alphaModFix amt="15000"/>
          </a:blip>
          <a:srcRect l="70684"/>
          <a:stretch/>
        </p:blipFill>
        <p:spPr>
          <a:xfrm>
            <a:off x="3" y="1415300"/>
            <a:ext cx="747000" cy="2312900"/>
          </a:xfrm>
          <a:prstGeom prst="rect">
            <a:avLst/>
          </a:prstGeom>
          <a:noFill/>
          <a:ln>
            <a:noFill/>
          </a:ln>
        </p:spPr>
      </p:pic>
      <p:grpSp>
        <p:nvGrpSpPr>
          <p:cNvPr id="69" name="Google Shape;69;p14"/>
          <p:cNvGrpSpPr/>
          <p:nvPr/>
        </p:nvGrpSpPr>
        <p:grpSpPr>
          <a:xfrm>
            <a:off x="1805825" y="1514950"/>
            <a:ext cx="7109575" cy="457200"/>
            <a:chOff x="1805825" y="1514950"/>
            <a:chExt cx="7109575" cy="457200"/>
          </a:xfrm>
        </p:grpSpPr>
        <p:sp>
          <p:nvSpPr>
            <p:cNvPr id="70" name="Google Shape;70;p14"/>
            <p:cNvSpPr txBox="1"/>
            <p:nvPr/>
          </p:nvSpPr>
          <p:spPr>
            <a:xfrm>
              <a:off x="2738100" y="1514950"/>
              <a:ext cx="61773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300" b="1">
                  <a:solidFill>
                    <a:schemeClr val="dk1"/>
                  </a:solidFill>
                  <a:latin typeface="Montserrat"/>
                  <a:ea typeface="Montserrat"/>
                  <a:cs typeface="Montserrat"/>
                  <a:sym typeface="Montserrat"/>
                </a:rPr>
                <a:t>Seul(e)s les intervenant(e)s peuvent prendre la parole</a:t>
              </a:r>
              <a:endParaRPr sz="1300" b="1">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b="1">
                <a:solidFill>
                  <a:schemeClr val="dk1"/>
                </a:solidFill>
                <a:latin typeface="Montserrat"/>
                <a:ea typeface="Montserrat"/>
                <a:cs typeface="Montserrat"/>
                <a:sym typeface="Montserrat"/>
              </a:endParaRPr>
            </a:p>
            <a:p>
              <a:pPr marL="457200" lvl="0" indent="0" algn="l" rtl="0">
                <a:spcBef>
                  <a:spcPts val="0"/>
                </a:spcBef>
                <a:spcAft>
                  <a:spcPts val="0"/>
                </a:spcAft>
                <a:buNone/>
              </a:pPr>
              <a:endParaRPr sz="1300" b="1">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b="1">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b="1">
                <a:solidFill>
                  <a:schemeClr val="dk1"/>
                </a:solidFill>
                <a:latin typeface="Montserrat"/>
                <a:ea typeface="Montserrat"/>
                <a:cs typeface="Montserrat"/>
                <a:sym typeface="Montserrat"/>
              </a:endParaRPr>
            </a:p>
          </p:txBody>
        </p:sp>
        <p:sp>
          <p:nvSpPr>
            <p:cNvPr id="71" name="Google Shape;71;p14"/>
            <p:cNvSpPr txBox="1"/>
            <p:nvPr/>
          </p:nvSpPr>
          <p:spPr>
            <a:xfrm>
              <a:off x="1805825" y="1514950"/>
              <a:ext cx="3486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800">
                  <a:solidFill>
                    <a:schemeClr val="dk2"/>
                  </a:solidFill>
                  <a:latin typeface="Montserrat Medium"/>
                  <a:ea typeface="Montserrat Medium"/>
                  <a:cs typeface="Montserrat Medium"/>
                  <a:sym typeface="Montserrat Medium"/>
                </a:rPr>
                <a:t>🔇</a:t>
              </a:r>
              <a:endParaRPr sz="1800">
                <a:solidFill>
                  <a:schemeClr val="dk2"/>
                </a:solidFill>
                <a:latin typeface="Montserrat Medium"/>
                <a:ea typeface="Montserrat Medium"/>
                <a:cs typeface="Montserrat Medium"/>
                <a:sym typeface="Montserrat Medium"/>
              </a:endParaRPr>
            </a:p>
          </p:txBody>
        </p:sp>
      </p:grpSp>
      <p:grpSp>
        <p:nvGrpSpPr>
          <p:cNvPr id="72" name="Google Shape;72;p14"/>
          <p:cNvGrpSpPr/>
          <p:nvPr/>
        </p:nvGrpSpPr>
        <p:grpSpPr>
          <a:xfrm>
            <a:off x="1805825" y="1972150"/>
            <a:ext cx="6086575" cy="1382400"/>
            <a:chOff x="1805825" y="1972150"/>
            <a:chExt cx="6086575" cy="1382400"/>
          </a:xfrm>
        </p:grpSpPr>
        <p:sp>
          <p:nvSpPr>
            <p:cNvPr id="73" name="Google Shape;73;p14"/>
            <p:cNvSpPr txBox="1"/>
            <p:nvPr/>
          </p:nvSpPr>
          <p:spPr>
            <a:xfrm>
              <a:off x="1805825" y="1972150"/>
              <a:ext cx="3486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800">
                  <a:solidFill>
                    <a:schemeClr val="dk2"/>
                  </a:solidFill>
                  <a:latin typeface="Montserrat Medium"/>
                  <a:ea typeface="Montserrat Medium"/>
                  <a:cs typeface="Montserrat Medium"/>
                  <a:sym typeface="Montserrat Medium"/>
                </a:rPr>
                <a:t>✍️</a:t>
              </a:r>
              <a:endParaRPr sz="1800">
                <a:solidFill>
                  <a:schemeClr val="dk2"/>
                </a:solidFill>
                <a:latin typeface="Montserrat Medium"/>
                <a:ea typeface="Montserrat Medium"/>
                <a:cs typeface="Montserrat Medium"/>
                <a:sym typeface="Montserrat Medium"/>
              </a:endParaRPr>
            </a:p>
          </p:txBody>
        </p:sp>
        <p:sp>
          <p:nvSpPr>
            <p:cNvPr id="74" name="Google Shape;74;p14"/>
            <p:cNvSpPr txBox="1"/>
            <p:nvPr/>
          </p:nvSpPr>
          <p:spPr>
            <a:xfrm>
              <a:off x="2738100" y="1972150"/>
              <a:ext cx="5154300" cy="138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fr" sz="1300" b="1">
                  <a:solidFill>
                    <a:schemeClr val="dk1"/>
                  </a:solidFill>
                  <a:latin typeface="Montserrat"/>
                  <a:ea typeface="Montserrat"/>
                  <a:cs typeface="Montserrat"/>
                  <a:sym typeface="Montserrat"/>
                </a:rPr>
                <a:t>Vous pouvez cependant intervenir pour :</a:t>
              </a:r>
              <a:endParaRPr sz="1300" b="1">
                <a:solidFill>
                  <a:schemeClr val="dk1"/>
                </a:solidFill>
                <a:latin typeface="Montserrat"/>
                <a:ea typeface="Montserrat"/>
                <a:cs typeface="Montserrat"/>
                <a:sym typeface="Montserrat"/>
              </a:endParaRPr>
            </a:p>
            <a:p>
              <a:pPr marL="457200" lvl="0" indent="-311150" algn="l" rtl="0">
                <a:spcBef>
                  <a:spcPts val="0"/>
                </a:spcBef>
                <a:spcAft>
                  <a:spcPts val="0"/>
                </a:spcAft>
                <a:buClr>
                  <a:schemeClr val="dk1"/>
                </a:buClr>
                <a:buSzPts val="1300"/>
                <a:buFont typeface="Montserrat"/>
                <a:buChar char="-"/>
              </a:pPr>
              <a:r>
                <a:rPr lang="fr" sz="1300" b="1">
                  <a:solidFill>
                    <a:schemeClr val="dk1"/>
                  </a:solidFill>
                  <a:latin typeface="Montserrat"/>
                  <a:ea typeface="Montserrat"/>
                  <a:cs typeface="Montserrat"/>
                  <a:sym typeface="Montserrat"/>
                </a:rPr>
                <a:t>vous présenter (nom, établissement, fonction, nb de couverts,...), </a:t>
              </a:r>
              <a:endParaRPr sz="1300" b="1">
                <a:solidFill>
                  <a:schemeClr val="dk1"/>
                </a:solidFill>
                <a:latin typeface="Montserrat"/>
                <a:ea typeface="Montserrat"/>
                <a:cs typeface="Montserrat"/>
                <a:sym typeface="Montserrat"/>
              </a:endParaRPr>
            </a:p>
            <a:p>
              <a:pPr marL="457200" lvl="0" indent="-311150" algn="l" rtl="0">
                <a:spcBef>
                  <a:spcPts val="0"/>
                </a:spcBef>
                <a:spcAft>
                  <a:spcPts val="0"/>
                </a:spcAft>
                <a:buClr>
                  <a:schemeClr val="dk1"/>
                </a:buClr>
                <a:buSzPts val="1300"/>
                <a:buFont typeface="Montserrat"/>
                <a:buChar char="-"/>
              </a:pPr>
              <a:r>
                <a:rPr lang="fr" sz="1300" b="1">
                  <a:solidFill>
                    <a:schemeClr val="dk1"/>
                  </a:solidFill>
                  <a:latin typeface="Montserrat"/>
                  <a:ea typeface="Montserrat"/>
                  <a:cs typeface="Montserrat"/>
                  <a:sym typeface="Montserrat"/>
                </a:rPr>
                <a:t>faire vos remarques sur le chat, </a:t>
              </a:r>
              <a:endParaRPr sz="1300" b="1">
                <a:solidFill>
                  <a:schemeClr val="dk1"/>
                </a:solidFill>
                <a:latin typeface="Montserrat"/>
                <a:ea typeface="Montserrat"/>
                <a:cs typeface="Montserrat"/>
                <a:sym typeface="Montserrat"/>
              </a:endParaRPr>
            </a:p>
            <a:p>
              <a:pPr marL="457200" lvl="0" indent="-311150" algn="l" rtl="0">
                <a:spcBef>
                  <a:spcPts val="0"/>
                </a:spcBef>
                <a:spcAft>
                  <a:spcPts val="0"/>
                </a:spcAft>
                <a:buClr>
                  <a:schemeClr val="dk1"/>
                </a:buClr>
                <a:buSzPts val="1300"/>
                <a:buFont typeface="Montserrat"/>
                <a:buChar char="-"/>
              </a:pPr>
              <a:r>
                <a:rPr lang="fr" sz="1300" b="1">
                  <a:solidFill>
                    <a:schemeClr val="dk1"/>
                  </a:solidFill>
                  <a:latin typeface="Montserrat"/>
                  <a:ea typeface="Montserrat"/>
                  <a:cs typeface="Montserrat"/>
                  <a:sym typeface="Montserrat"/>
                </a:rPr>
                <a:t>poser vos questions dans l’onglet dédié, </a:t>
              </a:r>
              <a:endParaRPr sz="1300" b="1">
                <a:solidFill>
                  <a:schemeClr val="dk1"/>
                </a:solidFill>
                <a:latin typeface="Montserrat"/>
                <a:ea typeface="Montserrat"/>
                <a:cs typeface="Montserrat"/>
                <a:sym typeface="Montserrat"/>
              </a:endParaRPr>
            </a:p>
            <a:p>
              <a:pPr marL="457200" lvl="0" indent="-311150" algn="l" rtl="0">
                <a:spcBef>
                  <a:spcPts val="0"/>
                </a:spcBef>
                <a:spcAft>
                  <a:spcPts val="0"/>
                </a:spcAft>
                <a:buClr>
                  <a:schemeClr val="dk1"/>
                </a:buClr>
                <a:buSzPts val="1300"/>
                <a:buFont typeface="Montserrat"/>
                <a:buChar char="-"/>
              </a:pPr>
              <a:r>
                <a:rPr lang="fr" sz="1300" b="1">
                  <a:solidFill>
                    <a:schemeClr val="dk1"/>
                  </a:solidFill>
                  <a:latin typeface="Montserrat"/>
                  <a:ea typeface="Montserrat"/>
                  <a:cs typeface="Montserrat"/>
                  <a:sym typeface="Montserrat"/>
                </a:rPr>
                <a:t>participer au(x) sondage(s) dans l’onglet dédié. </a:t>
              </a:r>
              <a:endParaRPr sz="1300" b="1">
                <a:solidFill>
                  <a:schemeClr val="dk1"/>
                </a:solidFill>
                <a:latin typeface="Montserrat"/>
                <a:ea typeface="Montserrat"/>
                <a:cs typeface="Montserrat"/>
                <a:sym typeface="Montserrat"/>
              </a:endParaRPr>
            </a:p>
            <a:p>
              <a:pPr marL="0" lvl="0" indent="0" algn="l" rtl="0">
                <a:spcBef>
                  <a:spcPts val="0"/>
                </a:spcBef>
                <a:spcAft>
                  <a:spcPts val="0"/>
                </a:spcAft>
                <a:buNone/>
              </a:pPr>
              <a:endParaRPr sz="1800">
                <a:solidFill>
                  <a:schemeClr val="dk2"/>
                </a:solidFill>
                <a:latin typeface="Montserrat Medium"/>
                <a:ea typeface="Montserrat Medium"/>
                <a:cs typeface="Montserrat Medium"/>
                <a:sym typeface="Montserrat Medium"/>
              </a:endParaRPr>
            </a:p>
          </p:txBody>
        </p:sp>
      </p:grpSp>
      <p:grpSp>
        <p:nvGrpSpPr>
          <p:cNvPr id="75" name="Google Shape;75;p14"/>
          <p:cNvGrpSpPr/>
          <p:nvPr/>
        </p:nvGrpSpPr>
        <p:grpSpPr>
          <a:xfrm>
            <a:off x="1805825" y="3343750"/>
            <a:ext cx="6636175" cy="797100"/>
            <a:chOff x="1805825" y="3343750"/>
            <a:chExt cx="6636175" cy="797100"/>
          </a:xfrm>
        </p:grpSpPr>
        <p:sp>
          <p:nvSpPr>
            <p:cNvPr id="76" name="Google Shape;76;p14"/>
            <p:cNvSpPr txBox="1"/>
            <p:nvPr/>
          </p:nvSpPr>
          <p:spPr>
            <a:xfrm>
              <a:off x="1805825" y="3343750"/>
              <a:ext cx="3486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800">
                  <a:solidFill>
                    <a:schemeClr val="dk2"/>
                  </a:solidFill>
                  <a:latin typeface="Montserrat Medium"/>
                  <a:ea typeface="Montserrat Medium"/>
                  <a:cs typeface="Montserrat Medium"/>
                  <a:sym typeface="Montserrat Medium"/>
                </a:rPr>
                <a:t>🤭</a:t>
              </a:r>
              <a:endParaRPr sz="1800">
                <a:solidFill>
                  <a:schemeClr val="dk2"/>
                </a:solidFill>
                <a:latin typeface="Montserrat Medium"/>
                <a:ea typeface="Montserrat Medium"/>
                <a:cs typeface="Montserrat Medium"/>
                <a:sym typeface="Montserrat Medium"/>
              </a:endParaRPr>
            </a:p>
          </p:txBody>
        </p:sp>
        <p:sp>
          <p:nvSpPr>
            <p:cNvPr id="77" name="Google Shape;77;p14"/>
            <p:cNvSpPr txBox="1"/>
            <p:nvPr/>
          </p:nvSpPr>
          <p:spPr>
            <a:xfrm>
              <a:off x="2738100" y="3343750"/>
              <a:ext cx="5703900" cy="79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300" b="1">
                  <a:solidFill>
                    <a:schemeClr val="dk1"/>
                  </a:solidFill>
                  <a:latin typeface="Montserrat"/>
                  <a:ea typeface="Montserrat"/>
                  <a:cs typeface="Montserrat"/>
                  <a:sym typeface="Montserrat"/>
                </a:rPr>
                <a:t>Des temps de pause seront alloués pour répondre aux questions, remarques</a:t>
              </a:r>
              <a:endParaRPr sz="1800">
                <a:solidFill>
                  <a:schemeClr val="dk2"/>
                </a:solidFill>
                <a:latin typeface="Montserrat Medium"/>
                <a:ea typeface="Montserrat Medium"/>
                <a:cs typeface="Montserrat Medium"/>
                <a:sym typeface="Montserrat Medium"/>
              </a:endParaRPr>
            </a:p>
          </p:txBody>
        </p:sp>
      </p:grpSp>
      <p:grpSp>
        <p:nvGrpSpPr>
          <p:cNvPr id="78" name="Google Shape;78;p14"/>
          <p:cNvGrpSpPr/>
          <p:nvPr/>
        </p:nvGrpSpPr>
        <p:grpSpPr>
          <a:xfrm>
            <a:off x="1805825" y="3953350"/>
            <a:ext cx="6636175" cy="797100"/>
            <a:chOff x="1805825" y="3953350"/>
            <a:chExt cx="6636175" cy="797100"/>
          </a:xfrm>
        </p:grpSpPr>
        <p:sp>
          <p:nvSpPr>
            <p:cNvPr id="79" name="Google Shape;79;p14"/>
            <p:cNvSpPr txBox="1"/>
            <p:nvPr/>
          </p:nvSpPr>
          <p:spPr>
            <a:xfrm>
              <a:off x="1805825" y="3953350"/>
              <a:ext cx="3486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800">
                  <a:solidFill>
                    <a:schemeClr val="dk2"/>
                  </a:solidFill>
                  <a:latin typeface="Montserrat Medium"/>
                  <a:ea typeface="Montserrat Medium"/>
                  <a:cs typeface="Montserrat Medium"/>
                  <a:sym typeface="Montserrat Medium"/>
                </a:rPr>
                <a:t>📹</a:t>
              </a:r>
              <a:endParaRPr sz="1800">
                <a:solidFill>
                  <a:schemeClr val="dk2"/>
                </a:solidFill>
                <a:latin typeface="Montserrat Medium"/>
                <a:ea typeface="Montserrat Medium"/>
                <a:cs typeface="Montserrat Medium"/>
                <a:sym typeface="Montserrat Medium"/>
              </a:endParaRPr>
            </a:p>
          </p:txBody>
        </p:sp>
        <p:sp>
          <p:nvSpPr>
            <p:cNvPr id="80" name="Google Shape;80;p14"/>
            <p:cNvSpPr txBox="1"/>
            <p:nvPr/>
          </p:nvSpPr>
          <p:spPr>
            <a:xfrm>
              <a:off x="2738100" y="3953350"/>
              <a:ext cx="5703900" cy="79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300" b="1">
                  <a:solidFill>
                    <a:schemeClr val="dk1"/>
                  </a:solidFill>
                  <a:latin typeface="Montserrat"/>
                  <a:ea typeface="Montserrat"/>
                  <a:cs typeface="Montserrat"/>
                  <a:sym typeface="Montserrat"/>
                </a:rPr>
                <a:t>Le webinaire est enregistré et vous aurez accès au replay </a:t>
              </a:r>
              <a:endParaRPr sz="1300" b="1">
                <a:solidFill>
                  <a:schemeClr val="dk1"/>
                </a:solidFill>
                <a:latin typeface="Montserrat"/>
                <a:ea typeface="Montserrat"/>
                <a:cs typeface="Montserrat"/>
                <a:sym typeface="Montserrat"/>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5"/>
          <p:cNvSpPr txBox="1">
            <a:spLocks noGrp="1"/>
          </p:cNvSpPr>
          <p:nvPr>
            <p:ph type="title"/>
          </p:nvPr>
        </p:nvSpPr>
        <p:spPr>
          <a:xfrm>
            <a:off x="222650" y="214200"/>
            <a:ext cx="4450800" cy="615600"/>
          </a:xfrm>
          <a:prstGeom prst="rect">
            <a:avLst/>
          </a:prstGeom>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fr"/>
              <a:t>Ordre du jour</a:t>
            </a:r>
            <a:endParaRPr/>
          </a:p>
        </p:txBody>
      </p:sp>
      <p:cxnSp>
        <p:nvCxnSpPr>
          <p:cNvPr id="86" name="Google Shape;86;p15"/>
          <p:cNvCxnSpPr/>
          <p:nvPr/>
        </p:nvCxnSpPr>
        <p:spPr>
          <a:xfrm>
            <a:off x="2312025" y="1640125"/>
            <a:ext cx="0" cy="2996100"/>
          </a:xfrm>
          <a:prstGeom prst="straightConnector1">
            <a:avLst/>
          </a:prstGeom>
          <a:noFill/>
          <a:ln w="9525" cap="flat" cmpd="sng">
            <a:solidFill>
              <a:schemeClr val="dk2"/>
            </a:solidFill>
            <a:prstDash val="dot"/>
            <a:round/>
            <a:headEnd type="none" w="med" len="med"/>
            <a:tailEnd type="none" w="med" len="med"/>
          </a:ln>
        </p:spPr>
      </p:cxnSp>
      <p:sp>
        <p:nvSpPr>
          <p:cNvPr id="87" name="Google Shape;87;p15"/>
          <p:cNvSpPr txBox="1">
            <a:spLocks noGrp="1"/>
          </p:cNvSpPr>
          <p:nvPr>
            <p:ph type="sldNum" idx="12"/>
          </p:nvPr>
        </p:nvSpPr>
        <p:spPr>
          <a:xfrm>
            <a:off x="8915400" y="4929303"/>
            <a:ext cx="228600" cy="21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fr" sz="700" i="0" u="none" strike="noStrike" cap="none">
                <a:solidFill>
                  <a:schemeClr val="dk2"/>
                </a:solidFill>
                <a:latin typeface="Montserrat Light"/>
                <a:ea typeface="Montserrat Light"/>
                <a:cs typeface="Montserrat Light"/>
                <a:sym typeface="Montserrat Light"/>
              </a:rPr>
              <a:t>3</a:t>
            </a:fld>
            <a:endParaRPr sz="700" i="0" u="none" strike="noStrike" cap="none">
              <a:solidFill>
                <a:schemeClr val="dk2"/>
              </a:solidFill>
              <a:latin typeface="Montserrat Light"/>
              <a:ea typeface="Montserrat Light"/>
              <a:cs typeface="Montserrat Light"/>
              <a:sym typeface="Montserrat Light"/>
            </a:endParaRPr>
          </a:p>
        </p:txBody>
      </p:sp>
      <p:pic>
        <p:nvPicPr>
          <p:cNvPr id="88" name="Google Shape;88;p15"/>
          <p:cNvPicPr preferRelativeResize="0"/>
          <p:nvPr/>
        </p:nvPicPr>
        <p:blipFill rotWithShape="1">
          <a:blip r:embed="rId3">
            <a:alphaModFix amt="15000"/>
          </a:blip>
          <a:srcRect l="70684"/>
          <a:stretch/>
        </p:blipFill>
        <p:spPr>
          <a:xfrm>
            <a:off x="3" y="1415300"/>
            <a:ext cx="747000" cy="2312900"/>
          </a:xfrm>
          <a:prstGeom prst="rect">
            <a:avLst/>
          </a:prstGeom>
          <a:noFill/>
          <a:ln>
            <a:noFill/>
          </a:ln>
        </p:spPr>
      </p:pic>
      <p:grpSp>
        <p:nvGrpSpPr>
          <p:cNvPr id="89" name="Google Shape;89;p15"/>
          <p:cNvGrpSpPr/>
          <p:nvPr/>
        </p:nvGrpSpPr>
        <p:grpSpPr>
          <a:xfrm>
            <a:off x="1805825" y="1514950"/>
            <a:ext cx="7109575" cy="457200"/>
            <a:chOff x="1805825" y="1514950"/>
            <a:chExt cx="7109575" cy="457200"/>
          </a:xfrm>
        </p:grpSpPr>
        <p:sp>
          <p:nvSpPr>
            <p:cNvPr id="90" name="Google Shape;90;p15"/>
            <p:cNvSpPr txBox="1"/>
            <p:nvPr/>
          </p:nvSpPr>
          <p:spPr>
            <a:xfrm>
              <a:off x="2738100" y="1514950"/>
              <a:ext cx="61773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300" b="1">
                  <a:solidFill>
                    <a:schemeClr val="dk1"/>
                  </a:solidFill>
                  <a:latin typeface="Montserrat"/>
                  <a:ea typeface="Montserrat"/>
                  <a:cs typeface="Montserrat"/>
                  <a:sym typeface="Montserrat"/>
                </a:rPr>
                <a:t>Rappel du contexte </a:t>
              </a:r>
              <a:endParaRPr sz="1300" b="1">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b="1">
                <a:solidFill>
                  <a:schemeClr val="dk1"/>
                </a:solidFill>
                <a:latin typeface="Montserrat"/>
                <a:ea typeface="Montserrat"/>
                <a:cs typeface="Montserrat"/>
                <a:sym typeface="Montserrat"/>
              </a:endParaRPr>
            </a:p>
            <a:p>
              <a:pPr marL="457200" lvl="0" indent="0" algn="l" rtl="0">
                <a:spcBef>
                  <a:spcPts val="0"/>
                </a:spcBef>
                <a:spcAft>
                  <a:spcPts val="0"/>
                </a:spcAft>
                <a:buNone/>
              </a:pPr>
              <a:endParaRPr sz="1300" b="1">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b="1">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b="1">
                <a:solidFill>
                  <a:schemeClr val="dk1"/>
                </a:solidFill>
                <a:latin typeface="Montserrat"/>
                <a:ea typeface="Montserrat"/>
                <a:cs typeface="Montserrat"/>
                <a:sym typeface="Montserrat"/>
              </a:endParaRPr>
            </a:p>
          </p:txBody>
        </p:sp>
        <p:sp>
          <p:nvSpPr>
            <p:cNvPr id="91" name="Google Shape;91;p15"/>
            <p:cNvSpPr txBox="1"/>
            <p:nvPr/>
          </p:nvSpPr>
          <p:spPr>
            <a:xfrm>
              <a:off x="1805825" y="1514950"/>
              <a:ext cx="3486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800" b="1">
                  <a:solidFill>
                    <a:schemeClr val="dk2"/>
                  </a:solidFill>
                  <a:latin typeface="Montserrat"/>
                  <a:ea typeface="Montserrat"/>
                  <a:cs typeface="Montserrat"/>
                  <a:sym typeface="Montserrat"/>
                </a:rPr>
                <a:t>1</a:t>
              </a:r>
              <a:endParaRPr sz="1800" b="1">
                <a:solidFill>
                  <a:schemeClr val="dk2"/>
                </a:solidFill>
                <a:latin typeface="Montserrat"/>
                <a:ea typeface="Montserrat"/>
                <a:cs typeface="Montserrat"/>
                <a:sym typeface="Montserrat"/>
              </a:endParaRPr>
            </a:p>
          </p:txBody>
        </p:sp>
      </p:grpSp>
      <p:grpSp>
        <p:nvGrpSpPr>
          <p:cNvPr id="92" name="Google Shape;92;p15"/>
          <p:cNvGrpSpPr/>
          <p:nvPr/>
        </p:nvGrpSpPr>
        <p:grpSpPr>
          <a:xfrm>
            <a:off x="1805825" y="1972163"/>
            <a:ext cx="6086575" cy="457160"/>
            <a:chOff x="1805825" y="1972150"/>
            <a:chExt cx="6086575" cy="1382400"/>
          </a:xfrm>
        </p:grpSpPr>
        <p:sp>
          <p:nvSpPr>
            <p:cNvPr id="93" name="Google Shape;93;p15"/>
            <p:cNvSpPr txBox="1"/>
            <p:nvPr/>
          </p:nvSpPr>
          <p:spPr>
            <a:xfrm>
              <a:off x="1805825" y="1972150"/>
              <a:ext cx="3486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800" b="1">
                  <a:solidFill>
                    <a:schemeClr val="dk2"/>
                  </a:solidFill>
                  <a:latin typeface="Montserrat"/>
                  <a:ea typeface="Montserrat"/>
                  <a:cs typeface="Montserrat"/>
                  <a:sym typeface="Montserrat"/>
                </a:rPr>
                <a:t>2</a:t>
              </a:r>
              <a:endParaRPr sz="1800" b="1">
                <a:solidFill>
                  <a:schemeClr val="dk2"/>
                </a:solidFill>
                <a:latin typeface="Montserrat"/>
                <a:ea typeface="Montserrat"/>
                <a:cs typeface="Montserrat"/>
                <a:sym typeface="Montserrat"/>
              </a:endParaRPr>
            </a:p>
          </p:txBody>
        </p:sp>
        <p:sp>
          <p:nvSpPr>
            <p:cNvPr id="94" name="Google Shape;94;p15"/>
            <p:cNvSpPr txBox="1"/>
            <p:nvPr/>
          </p:nvSpPr>
          <p:spPr>
            <a:xfrm>
              <a:off x="2738100" y="1972150"/>
              <a:ext cx="5154300" cy="138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300" b="1">
                  <a:solidFill>
                    <a:schemeClr val="dk1"/>
                  </a:solidFill>
                  <a:latin typeface="Montserrat"/>
                  <a:ea typeface="Montserrat"/>
                  <a:cs typeface="Montserrat"/>
                  <a:sym typeface="Montserrat"/>
                </a:rPr>
                <a:t>Les objectifs de la plateforme</a:t>
              </a:r>
              <a:endParaRPr sz="1300" b="1">
                <a:solidFill>
                  <a:schemeClr val="dk1"/>
                </a:solidFill>
                <a:latin typeface="Montserrat"/>
                <a:ea typeface="Montserrat"/>
                <a:cs typeface="Montserrat"/>
                <a:sym typeface="Montserrat"/>
              </a:endParaRPr>
            </a:p>
            <a:p>
              <a:pPr marL="0" lvl="0" indent="0" algn="l" rtl="0">
                <a:spcBef>
                  <a:spcPts val="0"/>
                </a:spcBef>
                <a:spcAft>
                  <a:spcPts val="0"/>
                </a:spcAft>
                <a:buNone/>
              </a:pPr>
              <a:endParaRPr sz="1800">
                <a:solidFill>
                  <a:schemeClr val="dk2"/>
                </a:solidFill>
                <a:latin typeface="Montserrat Medium"/>
                <a:ea typeface="Montserrat Medium"/>
                <a:cs typeface="Montserrat Medium"/>
                <a:sym typeface="Montserrat Medium"/>
              </a:endParaRPr>
            </a:p>
          </p:txBody>
        </p:sp>
      </p:grpSp>
      <p:grpSp>
        <p:nvGrpSpPr>
          <p:cNvPr id="95" name="Google Shape;95;p15"/>
          <p:cNvGrpSpPr/>
          <p:nvPr/>
        </p:nvGrpSpPr>
        <p:grpSpPr>
          <a:xfrm>
            <a:off x="1805825" y="2429335"/>
            <a:ext cx="6636175" cy="457137"/>
            <a:chOff x="1805825" y="2429350"/>
            <a:chExt cx="6636175" cy="797100"/>
          </a:xfrm>
        </p:grpSpPr>
        <p:sp>
          <p:nvSpPr>
            <p:cNvPr id="96" name="Google Shape;96;p15"/>
            <p:cNvSpPr txBox="1"/>
            <p:nvPr/>
          </p:nvSpPr>
          <p:spPr>
            <a:xfrm>
              <a:off x="1805825" y="2429350"/>
              <a:ext cx="3486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800" b="1">
                  <a:solidFill>
                    <a:schemeClr val="dk2"/>
                  </a:solidFill>
                  <a:latin typeface="Montserrat"/>
                  <a:ea typeface="Montserrat"/>
                  <a:cs typeface="Montserrat"/>
                  <a:sym typeface="Montserrat"/>
                </a:rPr>
                <a:t>3</a:t>
              </a:r>
              <a:endParaRPr sz="1800" b="1">
                <a:solidFill>
                  <a:schemeClr val="dk2"/>
                </a:solidFill>
                <a:latin typeface="Montserrat"/>
                <a:ea typeface="Montserrat"/>
                <a:cs typeface="Montserrat"/>
                <a:sym typeface="Montserrat"/>
              </a:endParaRPr>
            </a:p>
          </p:txBody>
        </p:sp>
        <p:sp>
          <p:nvSpPr>
            <p:cNvPr id="97" name="Google Shape;97;p15"/>
            <p:cNvSpPr txBox="1"/>
            <p:nvPr/>
          </p:nvSpPr>
          <p:spPr>
            <a:xfrm>
              <a:off x="2738100" y="2429350"/>
              <a:ext cx="5703900" cy="79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300" b="1">
                  <a:solidFill>
                    <a:schemeClr val="dk1"/>
                  </a:solidFill>
                  <a:latin typeface="Montserrat"/>
                  <a:ea typeface="Montserrat"/>
                  <a:cs typeface="Montserrat"/>
                  <a:sym typeface="Montserrat"/>
                </a:rPr>
                <a:t>Les actualités</a:t>
              </a:r>
              <a:endParaRPr sz="1800">
                <a:solidFill>
                  <a:schemeClr val="dk2"/>
                </a:solidFill>
                <a:latin typeface="Montserrat Medium"/>
                <a:ea typeface="Montserrat Medium"/>
                <a:cs typeface="Montserrat Medium"/>
                <a:sym typeface="Montserrat Medium"/>
              </a:endParaRPr>
            </a:p>
          </p:txBody>
        </p:sp>
      </p:grpSp>
      <p:grpSp>
        <p:nvGrpSpPr>
          <p:cNvPr id="98" name="Google Shape;98;p15"/>
          <p:cNvGrpSpPr/>
          <p:nvPr/>
        </p:nvGrpSpPr>
        <p:grpSpPr>
          <a:xfrm>
            <a:off x="1805825" y="2886485"/>
            <a:ext cx="6636175" cy="457137"/>
            <a:chOff x="1805825" y="2093193"/>
            <a:chExt cx="6636175" cy="797100"/>
          </a:xfrm>
        </p:grpSpPr>
        <p:sp>
          <p:nvSpPr>
            <p:cNvPr id="99" name="Google Shape;99;p15"/>
            <p:cNvSpPr txBox="1"/>
            <p:nvPr/>
          </p:nvSpPr>
          <p:spPr>
            <a:xfrm>
              <a:off x="1805825" y="2093193"/>
              <a:ext cx="3486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800" b="1">
                  <a:solidFill>
                    <a:schemeClr val="dk2"/>
                  </a:solidFill>
                  <a:latin typeface="Montserrat"/>
                  <a:ea typeface="Montserrat"/>
                  <a:cs typeface="Montserrat"/>
                  <a:sym typeface="Montserrat"/>
                </a:rPr>
                <a:t>4</a:t>
              </a:r>
              <a:endParaRPr sz="1800" b="1">
                <a:solidFill>
                  <a:schemeClr val="dk2"/>
                </a:solidFill>
                <a:latin typeface="Montserrat"/>
                <a:ea typeface="Montserrat"/>
                <a:cs typeface="Montserrat"/>
                <a:sym typeface="Montserrat"/>
              </a:endParaRPr>
            </a:p>
          </p:txBody>
        </p:sp>
        <p:sp>
          <p:nvSpPr>
            <p:cNvPr id="100" name="Google Shape;100;p15"/>
            <p:cNvSpPr txBox="1"/>
            <p:nvPr/>
          </p:nvSpPr>
          <p:spPr>
            <a:xfrm>
              <a:off x="2738100" y="2093193"/>
              <a:ext cx="5703900" cy="79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300" b="1">
                  <a:solidFill>
                    <a:schemeClr val="dk1"/>
                  </a:solidFill>
                  <a:latin typeface="Montserrat"/>
                  <a:ea typeface="Montserrat"/>
                  <a:cs typeface="Montserrat"/>
                  <a:sym typeface="Montserrat"/>
                </a:rPr>
                <a:t>Télédéclaration et outils</a:t>
              </a:r>
              <a:endParaRPr sz="1300" b="1">
                <a:solidFill>
                  <a:schemeClr val="dk1"/>
                </a:solidFill>
                <a:latin typeface="Montserrat"/>
                <a:ea typeface="Montserrat"/>
                <a:cs typeface="Montserrat"/>
                <a:sym typeface="Montserrat"/>
              </a:endParaRPr>
            </a:p>
          </p:txBody>
        </p:sp>
      </p:grpSp>
      <p:grpSp>
        <p:nvGrpSpPr>
          <p:cNvPr id="101" name="Google Shape;101;p15"/>
          <p:cNvGrpSpPr/>
          <p:nvPr/>
        </p:nvGrpSpPr>
        <p:grpSpPr>
          <a:xfrm>
            <a:off x="1805825" y="3343685"/>
            <a:ext cx="6636175" cy="457137"/>
            <a:chOff x="1805825" y="2093193"/>
            <a:chExt cx="6636175" cy="797100"/>
          </a:xfrm>
        </p:grpSpPr>
        <p:sp>
          <p:nvSpPr>
            <p:cNvPr id="102" name="Google Shape;102;p15"/>
            <p:cNvSpPr txBox="1"/>
            <p:nvPr/>
          </p:nvSpPr>
          <p:spPr>
            <a:xfrm>
              <a:off x="1805825" y="2093193"/>
              <a:ext cx="3486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800" b="1">
                  <a:solidFill>
                    <a:schemeClr val="dk2"/>
                  </a:solidFill>
                  <a:latin typeface="Montserrat"/>
                  <a:ea typeface="Montserrat"/>
                  <a:cs typeface="Montserrat"/>
                  <a:sym typeface="Montserrat"/>
                </a:rPr>
                <a:t>5</a:t>
              </a:r>
              <a:endParaRPr sz="1800" b="1">
                <a:solidFill>
                  <a:schemeClr val="dk2"/>
                </a:solidFill>
                <a:latin typeface="Montserrat"/>
                <a:ea typeface="Montserrat"/>
                <a:cs typeface="Montserrat"/>
                <a:sym typeface="Montserrat"/>
              </a:endParaRPr>
            </a:p>
          </p:txBody>
        </p:sp>
        <p:sp>
          <p:nvSpPr>
            <p:cNvPr id="103" name="Google Shape;103;p15"/>
            <p:cNvSpPr txBox="1"/>
            <p:nvPr/>
          </p:nvSpPr>
          <p:spPr>
            <a:xfrm>
              <a:off x="2738100" y="2093193"/>
              <a:ext cx="5703900" cy="79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300" b="1">
                  <a:solidFill>
                    <a:schemeClr val="dk1"/>
                  </a:solidFill>
                  <a:latin typeface="Montserrat"/>
                  <a:ea typeface="Montserrat"/>
                  <a:cs typeface="Montserrat"/>
                  <a:sym typeface="Montserrat"/>
                </a:rPr>
                <a:t>Démo plateforme : exemples (affiche , suivi des achats…)</a:t>
              </a:r>
              <a:endParaRPr sz="1300" b="1">
                <a:solidFill>
                  <a:schemeClr val="dk1"/>
                </a:solidFill>
                <a:latin typeface="Montserrat"/>
                <a:ea typeface="Montserrat"/>
                <a:cs typeface="Montserrat"/>
                <a:sym typeface="Montserrat"/>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6"/>
          <p:cNvSpPr txBox="1">
            <a:spLocks noGrp="1"/>
          </p:cNvSpPr>
          <p:nvPr>
            <p:ph type="body" idx="1"/>
          </p:nvPr>
        </p:nvSpPr>
        <p:spPr>
          <a:xfrm>
            <a:off x="2418182" y="3555868"/>
            <a:ext cx="2827500" cy="2495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fr" sz="1100" b="1" dirty="0">
                <a:solidFill>
                  <a:schemeClr val="dk1"/>
                </a:solidFill>
                <a:latin typeface="Montserrat"/>
                <a:ea typeface="Montserrat"/>
                <a:cs typeface="Montserrat"/>
                <a:sym typeface="Montserrat"/>
              </a:rPr>
              <a:t>Lutte contre le gaspillage </a:t>
            </a:r>
            <a:r>
              <a:rPr lang="fr" sz="1100" b="1" dirty="0" err="1">
                <a:solidFill>
                  <a:schemeClr val="dk1"/>
                </a:solidFill>
                <a:latin typeface="Montserrat"/>
                <a:ea typeface="Montserrat"/>
                <a:cs typeface="Montserrat"/>
                <a:sym typeface="Montserrat"/>
              </a:rPr>
              <a:t>alimen</a:t>
            </a:r>
            <a:r>
              <a:rPr lang="fr" sz="1100" b="1" dirty="0">
                <a:solidFill>
                  <a:schemeClr val="dk1"/>
                </a:solidFill>
                <a:latin typeface="Montserrat"/>
                <a:ea typeface="Montserrat"/>
                <a:cs typeface="Montserrat"/>
                <a:sym typeface="Montserrat"/>
              </a:rPr>
              <a:t>- taire :</a:t>
            </a:r>
            <a:r>
              <a:rPr lang="fr" sz="1100" dirty="0">
                <a:solidFill>
                  <a:schemeClr val="dk1"/>
                </a:solidFill>
                <a:highlight>
                  <a:srgbClr val="FFFFFF"/>
                </a:highlight>
                <a:latin typeface="Arial"/>
                <a:ea typeface="Arial"/>
                <a:cs typeface="Arial"/>
                <a:sym typeface="Arial"/>
              </a:rPr>
              <a:t>	</a:t>
            </a:r>
            <a:r>
              <a:rPr lang="fr" sz="1100" dirty="0">
                <a:solidFill>
                  <a:schemeClr val="dk1"/>
                </a:solidFill>
                <a:highlight>
                  <a:srgbClr val="FFFFFF"/>
                </a:highlight>
                <a:latin typeface="Montserrat"/>
                <a:ea typeface="Montserrat"/>
                <a:cs typeface="Montserrat"/>
                <a:sym typeface="Montserrat"/>
              </a:rPr>
              <a:t>l’obligation de </a:t>
            </a:r>
            <a:r>
              <a:rPr lang="fr" sz="1100" dirty="0" err="1">
                <a:solidFill>
                  <a:schemeClr val="dk1"/>
                </a:solidFill>
                <a:highlight>
                  <a:srgbClr val="FFFFFF"/>
                </a:highlight>
                <a:latin typeface="Montserrat"/>
                <a:ea typeface="Montserrat"/>
                <a:cs typeface="Montserrat"/>
                <a:sym typeface="Montserrat"/>
              </a:rPr>
              <a:t>réaliser</a:t>
            </a:r>
            <a:r>
              <a:rPr lang="fr" sz="1100" dirty="0">
                <a:solidFill>
                  <a:schemeClr val="dk1"/>
                </a:solidFill>
                <a:highlight>
                  <a:srgbClr val="FFFFFF"/>
                </a:highlight>
                <a:latin typeface="Montserrat"/>
                <a:ea typeface="Montserrat"/>
                <a:cs typeface="Montserrat"/>
                <a:sym typeface="Montserrat"/>
              </a:rPr>
              <a:t> un diagnostic du gaspillage alimentaire et de proposer la signature d’une convention de don (pour les </a:t>
            </a:r>
            <a:r>
              <a:rPr lang="fr" sz="1100" dirty="0" err="1">
                <a:solidFill>
                  <a:schemeClr val="dk1"/>
                </a:solidFill>
                <a:highlight>
                  <a:srgbClr val="FFFFFF"/>
                </a:highlight>
                <a:latin typeface="Montserrat"/>
                <a:ea typeface="Montserrat"/>
                <a:cs typeface="Montserrat"/>
                <a:sym typeface="Montserrat"/>
              </a:rPr>
              <a:t>établissements</a:t>
            </a:r>
            <a:r>
              <a:rPr lang="fr" sz="1100" dirty="0">
                <a:solidFill>
                  <a:schemeClr val="dk1"/>
                </a:solidFill>
                <a:highlight>
                  <a:srgbClr val="FFFFFF"/>
                </a:highlight>
                <a:latin typeface="Montserrat"/>
                <a:ea typeface="Montserrat"/>
                <a:cs typeface="Montserrat"/>
                <a:sym typeface="Montserrat"/>
              </a:rPr>
              <a:t> </a:t>
            </a:r>
            <a:r>
              <a:rPr lang="fr" sz="1100" dirty="0" err="1">
                <a:solidFill>
                  <a:schemeClr val="dk1"/>
                </a:solidFill>
                <a:highlight>
                  <a:srgbClr val="FFFFFF"/>
                </a:highlight>
                <a:latin typeface="Montserrat"/>
                <a:ea typeface="Montserrat"/>
                <a:cs typeface="Montserrat"/>
                <a:sym typeface="Montserrat"/>
              </a:rPr>
              <a:t>préparant</a:t>
            </a:r>
            <a:r>
              <a:rPr lang="fr" sz="1100" dirty="0">
                <a:solidFill>
                  <a:schemeClr val="dk1"/>
                </a:solidFill>
                <a:highlight>
                  <a:srgbClr val="FFFFFF"/>
                </a:highlight>
                <a:latin typeface="Montserrat"/>
                <a:ea typeface="Montserrat"/>
                <a:cs typeface="Montserrat"/>
                <a:sym typeface="Montserrat"/>
              </a:rPr>
              <a:t> plus de 3000 repas/jour) </a:t>
            </a:r>
            <a:endParaRPr sz="1100" dirty="0">
              <a:solidFill>
                <a:schemeClr val="dk1"/>
              </a:solidFill>
              <a:highlight>
                <a:srgbClr val="FFFFFF"/>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fr" sz="1100" dirty="0">
                <a:solidFill>
                  <a:schemeClr val="dk1"/>
                </a:solidFill>
                <a:highlight>
                  <a:srgbClr val="FFFFFF"/>
                </a:highlight>
                <a:latin typeface="Arial"/>
                <a:ea typeface="Arial"/>
                <a:cs typeface="Arial"/>
                <a:sym typeface="Arial"/>
              </a:rPr>
              <a:t>					</a:t>
            </a:r>
            <a:endParaRPr sz="1100" dirty="0">
              <a:solidFill>
                <a:schemeClr val="dk1"/>
              </a:solidFill>
              <a:highlight>
                <a:srgbClr val="FFFFFF"/>
              </a:highlight>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fr" sz="1100" dirty="0">
                <a:solidFill>
                  <a:schemeClr val="dk1"/>
                </a:solidFill>
                <a:highlight>
                  <a:srgbClr val="FFFFFF"/>
                </a:highlight>
                <a:latin typeface="Arial"/>
                <a:ea typeface="Arial"/>
                <a:cs typeface="Arial"/>
                <a:sym typeface="Arial"/>
              </a:rPr>
              <a:t>				</a:t>
            </a:r>
            <a:endParaRPr sz="1100" dirty="0">
              <a:solidFill>
                <a:schemeClr val="dk1"/>
              </a:solidFill>
              <a:highlight>
                <a:srgbClr val="FFFFFF"/>
              </a:highlight>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fr" sz="1100" dirty="0">
                <a:solidFill>
                  <a:schemeClr val="dk1"/>
                </a:solidFill>
                <a:highlight>
                  <a:srgbClr val="FFFFFF"/>
                </a:highlight>
                <a:latin typeface="Arial"/>
                <a:ea typeface="Arial"/>
                <a:cs typeface="Arial"/>
                <a:sym typeface="Arial"/>
              </a:rPr>
              <a:t>			</a:t>
            </a:r>
            <a:endParaRPr sz="1100" dirty="0">
              <a:solidFill>
                <a:schemeClr val="dk1"/>
              </a:solidFill>
              <a:highlight>
                <a:srgbClr val="FFFFFF"/>
              </a:highlight>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fr" sz="1100" dirty="0">
                <a:solidFill>
                  <a:schemeClr val="dk1"/>
                </a:solidFill>
                <a:latin typeface="Arial"/>
                <a:ea typeface="Arial"/>
                <a:cs typeface="Arial"/>
                <a:sym typeface="Arial"/>
              </a:rPr>
              <a:t>		</a:t>
            </a:r>
            <a:endParaRPr sz="1100" dirty="0">
              <a:solidFill>
                <a:schemeClr val="dk1"/>
              </a:solidFill>
              <a:latin typeface="Arial"/>
              <a:ea typeface="Arial"/>
              <a:cs typeface="Arial"/>
              <a:sym typeface="Arial"/>
            </a:endParaRPr>
          </a:p>
          <a:p>
            <a:pPr marL="0" lvl="0" indent="0" algn="l" rtl="0">
              <a:spcBef>
                <a:spcPts val="0"/>
              </a:spcBef>
              <a:spcAft>
                <a:spcPts val="0"/>
              </a:spcAft>
              <a:buNone/>
            </a:pPr>
            <a:endParaRPr sz="1100" dirty="0">
              <a:solidFill>
                <a:schemeClr val="dk1"/>
              </a:solidFill>
              <a:latin typeface="Montserrat"/>
              <a:ea typeface="Montserrat"/>
              <a:cs typeface="Montserrat"/>
              <a:sym typeface="Montserrat"/>
            </a:endParaRPr>
          </a:p>
        </p:txBody>
      </p:sp>
      <p:sp>
        <p:nvSpPr>
          <p:cNvPr id="109" name="Google Shape;109;p16"/>
          <p:cNvSpPr txBox="1">
            <a:spLocks noGrp="1"/>
          </p:cNvSpPr>
          <p:nvPr>
            <p:ph type="body" idx="1"/>
          </p:nvPr>
        </p:nvSpPr>
        <p:spPr>
          <a:xfrm>
            <a:off x="6813274" y="2034923"/>
            <a:ext cx="1947300" cy="938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fr" sz="1100" b="1" dirty="0">
                <a:solidFill>
                  <a:schemeClr val="dk1"/>
                </a:solidFill>
                <a:latin typeface="Montserrat"/>
                <a:ea typeface="Montserrat"/>
                <a:cs typeface="Montserrat"/>
                <a:sym typeface="Montserrat"/>
              </a:rPr>
              <a:t>Information</a:t>
            </a:r>
            <a:r>
              <a:rPr lang="fr" sz="1100" dirty="0">
                <a:solidFill>
                  <a:schemeClr val="dk1"/>
                </a:solidFill>
                <a:latin typeface="Montserrat"/>
                <a:ea typeface="Montserrat"/>
                <a:cs typeface="Montserrat"/>
                <a:sym typeface="Montserrat"/>
              </a:rPr>
              <a:t> </a:t>
            </a:r>
            <a:r>
              <a:rPr lang="fr" sz="1100" b="1" dirty="0">
                <a:solidFill>
                  <a:schemeClr val="dk1"/>
                </a:solidFill>
                <a:latin typeface="Montserrat"/>
                <a:ea typeface="Montserrat"/>
                <a:cs typeface="Montserrat"/>
                <a:sym typeface="Montserrat"/>
              </a:rPr>
              <a:t>aux convives </a:t>
            </a:r>
            <a:r>
              <a:rPr lang="fr" sz="1100" dirty="0">
                <a:solidFill>
                  <a:schemeClr val="dk1"/>
                </a:solidFill>
                <a:latin typeface="Montserrat"/>
                <a:ea typeface="Montserrat"/>
                <a:cs typeface="Montserrat"/>
                <a:sym typeface="Montserrat"/>
              </a:rPr>
              <a:t>une fois par an par voie électronique ou par voie d’affichage*</a:t>
            </a:r>
            <a:endParaRPr sz="1100" dirty="0"/>
          </a:p>
        </p:txBody>
      </p:sp>
      <p:sp>
        <p:nvSpPr>
          <p:cNvPr id="110" name="Google Shape;110;p16"/>
          <p:cNvSpPr txBox="1">
            <a:spLocks noGrp="1"/>
          </p:cNvSpPr>
          <p:nvPr>
            <p:ph type="body" idx="1"/>
          </p:nvPr>
        </p:nvSpPr>
        <p:spPr>
          <a:xfrm>
            <a:off x="4616400" y="2034923"/>
            <a:ext cx="2094600" cy="96331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fr" sz="1100" b="1" dirty="0">
                <a:solidFill>
                  <a:schemeClr val="dk1"/>
                </a:solidFill>
                <a:latin typeface="Montserrat"/>
                <a:ea typeface="Montserrat"/>
                <a:cs typeface="Montserrat"/>
                <a:sym typeface="Montserrat"/>
              </a:rPr>
              <a:t>Un repas végétarien quotidien </a:t>
            </a:r>
            <a:r>
              <a:rPr lang="fr" sz="1100" dirty="0">
                <a:solidFill>
                  <a:schemeClr val="dk1"/>
                </a:solidFill>
                <a:latin typeface="Montserrat"/>
                <a:ea typeface="Montserrat"/>
                <a:cs typeface="Montserrat"/>
                <a:sym typeface="Montserrat"/>
              </a:rPr>
              <a:t>en établissement public de santé*</a:t>
            </a:r>
            <a:endParaRPr sz="1100" dirty="0"/>
          </a:p>
        </p:txBody>
      </p:sp>
      <p:sp>
        <p:nvSpPr>
          <p:cNvPr id="111" name="Google Shape;111;p16"/>
          <p:cNvSpPr txBox="1">
            <a:spLocks noGrp="1"/>
          </p:cNvSpPr>
          <p:nvPr>
            <p:ph type="body" idx="1"/>
          </p:nvPr>
        </p:nvSpPr>
        <p:spPr>
          <a:xfrm>
            <a:off x="2422075" y="2034924"/>
            <a:ext cx="2196874" cy="1416768"/>
          </a:xfrm>
          <a:prstGeom prst="rect">
            <a:avLst/>
          </a:prstGeom>
        </p:spPr>
        <p:txBody>
          <a:bodyPr spcFirstLastPara="1" wrap="square" lIns="91425" tIns="91425" rIns="91425" bIns="91425" anchor="t" anchorCtr="0">
            <a:spAutoFit/>
          </a:bodyPr>
          <a:lstStyle/>
          <a:p>
            <a:pPr marL="0" lvl="0" indent="0" algn="l" rtl="0">
              <a:spcBef>
                <a:spcPts val="500"/>
              </a:spcBef>
              <a:spcAft>
                <a:spcPts val="0"/>
              </a:spcAft>
              <a:buNone/>
            </a:pPr>
            <a:r>
              <a:rPr lang="fr" sz="1100" b="1" dirty="0">
                <a:solidFill>
                  <a:schemeClr val="dk1"/>
                </a:solidFill>
                <a:latin typeface="Montserrat"/>
                <a:ea typeface="Montserrat"/>
                <a:cs typeface="Montserrat"/>
                <a:sym typeface="Montserrat"/>
              </a:rPr>
              <a:t>50% de produits durables et de qualité dont 20% de produits  bio </a:t>
            </a:r>
            <a:r>
              <a:rPr lang="fr" sz="1100" dirty="0">
                <a:solidFill>
                  <a:schemeClr val="dk1"/>
                </a:solidFill>
                <a:latin typeface="Montserrat"/>
                <a:ea typeface="Montserrat"/>
                <a:cs typeface="Montserrat"/>
                <a:sym typeface="Montserrat"/>
              </a:rPr>
              <a:t>dès le 01/01/2022* </a:t>
            </a:r>
            <a:r>
              <a:rPr lang="fr" sz="1100" b="1" dirty="0">
                <a:solidFill>
                  <a:schemeClr val="dk1"/>
                </a:solidFill>
                <a:latin typeface="Montserrat"/>
                <a:ea typeface="Montserrat"/>
                <a:cs typeface="Montserrat"/>
                <a:sym typeface="Montserrat"/>
              </a:rPr>
              <a:t>dont 100% pour la famille viandes et volailles en EPS. </a:t>
            </a:r>
            <a:endParaRPr sz="1100" b="1" dirty="0"/>
          </a:p>
        </p:txBody>
      </p:sp>
      <p:sp>
        <p:nvSpPr>
          <p:cNvPr id="112" name="Google Shape;112;p16"/>
          <p:cNvSpPr txBox="1">
            <a:spLocks noGrp="1"/>
          </p:cNvSpPr>
          <p:nvPr>
            <p:ph type="body" idx="1"/>
          </p:nvPr>
        </p:nvSpPr>
        <p:spPr>
          <a:xfrm>
            <a:off x="225200" y="3442725"/>
            <a:ext cx="2094600" cy="1143600"/>
          </a:xfrm>
          <a:prstGeom prst="rect">
            <a:avLst/>
          </a:prstGeom>
        </p:spPr>
        <p:txBody>
          <a:bodyPr spcFirstLastPara="1" wrap="square" lIns="91425" tIns="91425" rIns="91425" bIns="91425" anchor="t" anchorCtr="0">
            <a:spAutoFit/>
          </a:bodyPr>
          <a:lstStyle/>
          <a:p>
            <a:pPr marL="0" lvl="0" indent="0" algn="l" rtl="0">
              <a:lnSpc>
                <a:spcPct val="115000"/>
              </a:lnSpc>
              <a:spcBef>
                <a:spcPts val="500"/>
              </a:spcBef>
              <a:spcAft>
                <a:spcPts val="0"/>
              </a:spcAft>
              <a:buNone/>
            </a:pPr>
            <a:r>
              <a:rPr lang="fr" sz="1400" b="1">
                <a:solidFill>
                  <a:schemeClr val="dk1"/>
                </a:solidFill>
                <a:latin typeface="Montserrat"/>
                <a:ea typeface="Montserrat"/>
                <a:cs typeface="Montserrat"/>
                <a:sym typeface="Montserrat"/>
              </a:rPr>
              <a:t>Plusieurs temporalités </a:t>
            </a:r>
            <a:r>
              <a:rPr lang="fr" sz="1400">
                <a:solidFill>
                  <a:schemeClr val="dk1"/>
                </a:solidFill>
                <a:latin typeface="Montserrat"/>
                <a:ea typeface="Montserrat"/>
                <a:cs typeface="Montserrat"/>
                <a:sym typeface="Montserrat"/>
              </a:rPr>
              <a:t>mais une même série d’actions en 5 axes :</a:t>
            </a:r>
            <a:endParaRPr/>
          </a:p>
        </p:txBody>
      </p:sp>
      <p:sp>
        <p:nvSpPr>
          <p:cNvPr id="113" name="Google Shape;113;p16"/>
          <p:cNvSpPr txBox="1">
            <a:spLocks noGrp="1"/>
          </p:cNvSpPr>
          <p:nvPr>
            <p:ph type="body" idx="1"/>
          </p:nvPr>
        </p:nvSpPr>
        <p:spPr>
          <a:xfrm>
            <a:off x="225200" y="1643625"/>
            <a:ext cx="2094600" cy="1800300"/>
          </a:xfrm>
          <a:prstGeom prst="rect">
            <a:avLst/>
          </a:prstGeom>
        </p:spPr>
        <p:txBody>
          <a:bodyPr spcFirstLastPara="1" wrap="square" lIns="91425" tIns="91425" rIns="91425" bIns="91425" anchor="t" anchorCtr="0">
            <a:spAutoFit/>
          </a:bodyPr>
          <a:lstStyle/>
          <a:p>
            <a:pPr marL="0" lvl="0" indent="0" algn="l" rtl="0">
              <a:lnSpc>
                <a:spcPct val="115000"/>
              </a:lnSpc>
              <a:spcBef>
                <a:spcPts val="500"/>
              </a:spcBef>
              <a:spcAft>
                <a:spcPts val="0"/>
              </a:spcAft>
              <a:buNone/>
            </a:pPr>
            <a:r>
              <a:rPr lang="fr" b="1">
                <a:solidFill>
                  <a:schemeClr val="accent2"/>
                </a:solidFill>
                <a:latin typeface="Montserrat"/>
                <a:ea typeface="Montserrat"/>
                <a:cs typeface="Montserrat"/>
                <a:sym typeface="Montserrat"/>
              </a:rPr>
              <a:t>Loi EGalim </a:t>
            </a:r>
            <a:r>
              <a:rPr lang="fr">
                <a:solidFill>
                  <a:schemeClr val="accent2"/>
                </a:solidFill>
                <a:latin typeface="Montserrat"/>
                <a:ea typeface="Montserrat"/>
                <a:cs typeface="Montserrat"/>
                <a:sym typeface="Montserrat"/>
              </a:rPr>
              <a:t>(octobre 2018) </a:t>
            </a:r>
            <a:endParaRPr>
              <a:solidFill>
                <a:schemeClr val="accent2"/>
              </a:solidFill>
              <a:latin typeface="Montserrat"/>
              <a:ea typeface="Montserrat"/>
              <a:cs typeface="Montserrat"/>
              <a:sym typeface="Montserrat"/>
            </a:endParaRPr>
          </a:p>
          <a:p>
            <a:pPr marL="0" lvl="0" indent="0" algn="l" rtl="0">
              <a:lnSpc>
                <a:spcPct val="115000"/>
              </a:lnSpc>
              <a:spcBef>
                <a:spcPts val="500"/>
              </a:spcBef>
              <a:spcAft>
                <a:spcPts val="0"/>
              </a:spcAft>
              <a:buNone/>
            </a:pPr>
            <a:r>
              <a:rPr lang="fr" b="1">
                <a:solidFill>
                  <a:schemeClr val="accent2"/>
                </a:solidFill>
                <a:latin typeface="Montserrat"/>
                <a:ea typeface="Montserrat"/>
                <a:cs typeface="Montserrat"/>
                <a:sym typeface="Montserrat"/>
              </a:rPr>
              <a:t>Loi Climat et résilience</a:t>
            </a:r>
            <a:r>
              <a:rPr lang="fr">
                <a:solidFill>
                  <a:schemeClr val="accent2"/>
                </a:solidFill>
                <a:latin typeface="Montserrat"/>
                <a:ea typeface="Montserrat"/>
                <a:cs typeface="Montserrat"/>
                <a:sym typeface="Montserrat"/>
              </a:rPr>
              <a:t> (août 2021)</a:t>
            </a:r>
            <a:endParaRPr>
              <a:solidFill>
                <a:schemeClr val="accent2"/>
              </a:solidFill>
            </a:endParaRPr>
          </a:p>
        </p:txBody>
      </p:sp>
      <p:sp>
        <p:nvSpPr>
          <p:cNvPr id="114" name="Google Shape;114;p16"/>
          <p:cNvSpPr txBox="1">
            <a:spLocks noGrp="1"/>
          </p:cNvSpPr>
          <p:nvPr>
            <p:ph type="title"/>
          </p:nvPr>
        </p:nvSpPr>
        <p:spPr>
          <a:xfrm>
            <a:off x="222650" y="214200"/>
            <a:ext cx="4450800" cy="1111200"/>
          </a:xfrm>
          <a:prstGeom prst="rect">
            <a:avLst/>
          </a:prstGeom>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fr"/>
              <a:t>Le contexte juridique et politique</a:t>
            </a:r>
            <a:endParaRPr/>
          </a:p>
        </p:txBody>
      </p:sp>
      <p:sp>
        <p:nvSpPr>
          <p:cNvPr id="115" name="Google Shape;115;p16"/>
          <p:cNvSpPr txBox="1">
            <a:spLocks noGrp="1"/>
          </p:cNvSpPr>
          <p:nvPr>
            <p:ph type="body" idx="1"/>
          </p:nvPr>
        </p:nvSpPr>
        <p:spPr>
          <a:xfrm>
            <a:off x="5351838" y="3448125"/>
            <a:ext cx="3563561" cy="3104666"/>
          </a:xfrm>
          <a:prstGeom prst="rect">
            <a:avLst/>
          </a:prstGeom>
        </p:spPr>
        <p:txBody>
          <a:bodyPr spcFirstLastPara="1" wrap="square" lIns="91425" tIns="91425" rIns="91425" bIns="91425" anchor="t" anchorCtr="0">
            <a:spAutoFit/>
          </a:bodyPr>
          <a:lstStyle/>
          <a:p>
            <a:pPr marL="0" lvl="0" indent="0" algn="just" rtl="0">
              <a:spcBef>
                <a:spcPts val="0"/>
              </a:spcBef>
              <a:spcAft>
                <a:spcPts val="0"/>
              </a:spcAft>
              <a:buNone/>
            </a:pPr>
            <a:r>
              <a:rPr lang="fr" sz="1100" b="1" dirty="0">
                <a:solidFill>
                  <a:schemeClr val="dk1"/>
                </a:solidFill>
                <a:latin typeface="Montserrat"/>
                <a:ea typeface="Montserrat"/>
                <a:cs typeface="Montserrat"/>
                <a:sym typeface="Montserrat"/>
              </a:rPr>
              <a:t>Substitution du plastique : </a:t>
            </a:r>
            <a:r>
              <a:rPr lang="fr" sz="1100" dirty="0" err="1">
                <a:solidFill>
                  <a:schemeClr val="dk1"/>
                </a:solidFill>
                <a:highlight>
                  <a:srgbClr val="FFFFFF"/>
                </a:highlight>
                <a:latin typeface="Montserrat"/>
                <a:ea typeface="Montserrat"/>
                <a:cs typeface="Montserrat"/>
                <a:sym typeface="Montserrat"/>
              </a:rPr>
              <a:t>intediction</a:t>
            </a:r>
            <a:r>
              <a:rPr lang="fr" sz="1100" dirty="0">
                <a:solidFill>
                  <a:schemeClr val="dk1"/>
                </a:solidFill>
                <a:highlight>
                  <a:srgbClr val="FFFFFF"/>
                </a:highlight>
                <a:latin typeface="Montserrat"/>
                <a:ea typeface="Montserrat"/>
                <a:cs typeface="Montserrat"/>
                <a:sym typeface="Montserrat"/>
              </a:rPr>
              <a:t> de la vaisselle jetable, obligation d’avoir des contenants </a:t>
            </a:r>
            <a:r>
              <a:rPr lang="fr" sz="1100" dirty="0" err="1">
                <a:solidFill>
                  <a:schemeClr val="dk1"/>
                </a:solidFill>
                <a:highlight>
                  <a:srgbClr val="FFFFFF"/>
                </a:highlight>
                <a:latin typeface="Montserrat"/>
                <a:ea typeface="Montserrat"/>
                <a:cs typeface="Montserrat"/>
                <a:sym typeface="Montserrat"/>
              </a:rPr>
              <a:t>réemployables</a:t>
            </a:r>
            <a:r>
              <a:rPr lang="fr" sz="1100" dirty="0">
                <a:solidFill>
                  <a:schemeClr val="dk1"/>
                </a:solidFill>
                <a:highlight>
                  <a:srgbClr val="FFFFFF"/>
                </a:highlight>
                <a:latin typeface="Montserrat"/>
                <a:ea typeface="Montserrat"/>
                <a:cs typeface="Montserrat"/>
                <a:sym typeface="Montserrat"/>
              </a:rPr>
              <a:t>/sans plastique pour les </a:t>
            </a:r>
            <a:r>
              <a:rPr lang="fr" sz="1100" dirty="0" err="1">
                <a:solidFill>
                  <a:schemeClr val="dk1"/>
                </a:solidFill>
                <a:highlight>
                  <a:srgbClr val="FFFFFF"/>
                </a:highlight>
                <a:latin typeface="Montserrat"/>
                <a:ea typeface="Montserrat"/>
                <a:cs typeface="Montserrat"/>
                <a:sym typeface="Montserrat"/>
              </a:rPr>
              <a:t>opérateurs</a:t>
            </a:r>
            <a:r>
              <a:rPr lang="fr" sz="1100" dirty="0">
                <a:solidFill>
                  <a:schemeClr val="dk1"/>
                </a:solidFill>
                <a:highlight>
                  <a:srgbClr val="FFFFFF"/>
                </a:highlight>
                <a:latin typeface="Montserrat"/>
                <a:ea typeface="Montserrat"/>
                <a:cs typeface="Montserrat"/>
                <a:sym typeface="Montserrat"/>
              </a:rPr>
              <a:t> de la restauration collective. Ça concerne : </a:t>
            </a:r>
            <a:r>
              <a:rPr lang="fr" sz="1100" b="1" dirty="0">
                <a:solidFill>
                  <a:schemeClr val="dk1"/>
                </a:solidFill>
                <a:highlight>
                  <a:srgbClr val="FFFFFF"/>
                </a:highlight>
                <a:latin typeface="Montserrat"/>
                <a:ea typeface="Montserrat"/>
                <a:cs typeface="Montserrat"/>
                <a:sym typeface="Montserrat"/>
              </a:rPr>
              <a:t>les services pédiatriques et d’obstétrique</a:t>
            </a:r>
            <a:r>
              <a:rPr lang="fr" sz="1100" dirty="0">
                <a:solidFill>
                  <a:schemeClr val="dk1"/>
                </a:solidFill>
                <a:highlight>
                  <a:srgbClr val="FFFFFF"/>
                </a:highlight>
                <a:latin typeface="Montserrat"/>
                <a:ea typeface="Montserrat"/>
                <a:cs typeface="Montserrat"/>
                <a:sym typeface="Montserrat"/>
              </a:rPr>
              <a:t>, tous </a:t>
            </a:r>
            <a:r>
              <a:rPr lang="fr" sz="1100" b="1" dirty="0">
                <a:solidFill>
                  <a:schemeClr val="dk1"/>
                </a:solidFill>
                <a:highlight>
                  <a:srgbClr val="FFFFFF"/>
                </a:highlight>
                <a:latin typeface="Montserrat"/>
                <a:ea typeface="Montserrat"/>
                <a:cs typeface="Montserrat"/>
                <a:sym typeface="Montserrat"/>
              </a:rPr>
              <a:t>les services de santé maternelle et infantile</a:t>
            </a:r>
            <a:r>
              <a:rPr lang="fr" sz="1100" dirty="0">
                <a:solidFill>
                  <a:schemeClr val="dk1"/>
                </a:solidFill>
                <a:highlight>
                  <a:srgbClr val="FFFFFF"/>
                </a:highlight>
                <a:latin typeface="Montserrat"/>
                <a:ea typeface="Montserrat"/>
                <a:cs typeface="Montserrat"/>
                <a:sym typeface="Montserrat"/>
              </a:rPr>
              <a:t> ainsi que les centres périnataux de proximité. </a:t>
            </a:r>
            <a:endParaRPr sz="1100" dirty="0">
              <a:solidFill>
                <a:schemeClr val="dk1"/>
              </a:solidFill>
              <a:highlight>
                <a:srgbClr val="FFFFFF"/>
              </a:highlight>
              <a:latin typeface="Montserrat"/>
              <a:ea typeface="Montserrat"/>
              <a:cs typeface="Montserrat"/>
              <a:sym typeface="Montserrat"/>
            </a:endParaRPr>
          </a:p>
          <a:p>
            <a:pPr marL="0" lvl="0" indent="0" algn="just" rtl="0">
              <a:spcBef>
                <a:spcPts val="0"/>
              </a:spcBef>
              <a:spcAft>
                <a:spcPts val="0"/>
              </a:spcAft>
              <a:buClr>
                <a:schemeClr val="dk1"/>
              </a:buClr>
              <a:buSzPts val="1100"/>
              <a:buFont typeface="Arial"/>
              <a:buNone/>
            </a:pPr>
            <a:r>
              <a:rPr lang="fr" sz="1100" dirty="0">
                <a:solidFill>
                  <a:schemeClr val="dk1"/>
                </a:solidFill>
                <a:highlight>
                  <a:srgbClr val="FFFFFF"/>
                </a:highlight>
                <a:latin typeface="Arial"/>
                <a:ea typeface="Arial"/>
                <a:cs typeface="Arial"/>
                <a:sym typeface="Arial"/>
              </a:rPr>
              <a:t>					</a:t>
            </a:r>
            <a:endParaRPr sz="1100" dirty="0">
              <a:solidFill>
                <a:schemeClr val="dk1"/>
              </a:solidFill>
              <a:highlight>
                <a:srgbClr val="FFFFFF"/>
              </a:highlight>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fr" sz="1100" dirty="0">
                <a:solidFill>
                  <a:schemeClr val="dk1"/>
                </a:solidFill>
                <a:highlight>
                  <a:srgbClr val="FFFFFF"/>
                </a:highlight>
                <a:latin typeface="Arial"/>
                <a:ea typeface="Arial"/>
                <a:cs typeface="Arial"/>
                <a:sym typeface="Arial"/>
              </a:rPr>
              <a:t>				</a:t>
            </a:r>
            <a:endParaRPr sz="1100" dirty="0">
              <a:solidFill>
                <a:schemeClr val="dk1"/>
              </a:solidFill>
              <a:highlight>
                <a:srgbClr val="FFFFFF"/>
              </a:highlight>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fr" sz="1100" dirty="0">
                <a:solidFill>
                  <a:schemeClr val="dk1"/>
                </a:solidFill>
                <a:highlight>
                  <a:srgbClr val="FFFFFF"/>
                </a:highlight>
                <a:latin typeface="Arial"/>
                <a:ea typeface="Arial"/>
                <a:cs typeface="Arial"/>
                <a:sym typeface="Arial"/>
              </a:rPr>
              <a:t>			</a:t>
            </a:r>
            <a:endParaRPr sz="1100" dirty="0">
              <a:solidFill>
                <a:schemeClr val="dk1"/>
              </a:solidFill>
              <a:highlight>
                <a:srgbClr val="FFFFFF"/>
              </a:highlight>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fr" sz="1100" dirty="0">
                <a:solidFill>
                  <a:schemeClr val="dk1"/>
                </a:solidFill>
                <a:latin typeface="Arial"/>
                <a:ea typeface="Arial"/>
                <a:cs typeface="Arial"/>
                <a:sym typeface="Arial"/>
              </a:rPr>
              <a:t>		</a:t>
            </a:r>
            <a:endParaRPr sz="1100" dirty="0">
              <a:solidFill>
                <a:schemeClr val="dk1"/>
              </a:solidFill>
              <a:latin typeface="Arial"/>
              <a:ea typeface="Arial"/>
              <a:cs typeface="Arial"/>
              <a:sym typeface="Arial"/>
            </a:endParaRPr>
          </a:p>
          <a:p>
            <a:pPr marL="0" lvl="0" indent="0" algn="l" rtl="0">
              <a:spcBef>
                <a:spcPts val="0"/>
              </a:spcBef>
              <a:spcAft>
                <a:spcPts val="0"/>
              </a:spcAft>
              <a:buNone/>
            </a:pPr>
            <a:endParaRPr sz="1100" dirty="0">
              <a:solidFill>
                <a:schemeClr val="dk1"/>
              </a:solidFill>
              <a:latin typeface="Montserrat"/>
              <a:ea typeface="Montserrat"/>
              <a:cs typeface="Montserrat"/>
              <a:sym typeface="Montserrat"/>
            </a:endParaRPr>
          </a:p>
        </p:txBody>
      </p:sp>
      <p:pic>
        <p:nvPicPr>
          <p:cNvPr id="116" name="Google Shape;116;p16"/>
          <p:cNvPicPr preferRelativeResize="0"/>
          <p:nvPr/>
        </p:nvPicPr>
        <p:blipFill>
          <a:blip r:embed="rId3">
            <a:alphaModFix/>
          </a:blip>
          <a:stretch>
            <a:fillRect/>
          </a:stretch>
        </p:blipFill>
        <p:spPr>
          <a:xfrm>
            <a:off x="2474029" y="3367662"/>
            <a:ext cx="322925" cy="323562"/>
          </a:xfrm>
          <a:prstGeom prst="rect">
            <a:avLst/>
          </a:prstGeom>
          <a:noFill/>
          <a:ln>
            <a:noFill/>
          </a:ln>
        </p:spPr>
      </p:pic>
      <p:pic>
        <p:nvPicPr>
          <p:cNvPr id="117" name="Google Shape;117;p16"/>
          <p:cNvPicPr preferRelativeResize="0"/>
          <p:nvPr/>
        </p:nvPicPr>
        <p:blipFill>
          <a:blip r:embed="rId4">
            <a:alphaModFix/>
          </a:blip>
          <a:stretch>
            <a:fillRect/>
          </a:stretch>
        </p:blipFill>
        <p:spPr>
          <a:xfrm>
            <a:off x="2474030" y="1796028"/>
            <a:ext cx="322925" cy="322925"/>
          </a:xfrm>
          <a:prstGeom prst="rect">
            <a:avLst/>
          </a:prstGeom>
          <a:noFill/>
          <a:ln>
            <a:noFill/>
          </a:ln>
        </p:spPr>
      </p:pic>
      <p:pic>
        <p:nvPicPr>
          <p:cNvPr id="118" name="Google Shape;118;p16"/>
          <p:cNvPicPr preferRelativeResize="0"/>
          <p:nvPr/>
        </p:nvPicPr>
        <p:blipFill>
          <a:blip r:embed="rId5">
            <a:alphaModFix/>
          </a:blip>
          <a:stretch>
            <a:fillRect/>
          </a:stretch>
        </p:blipFill>
        <p:spPr>
          <a:xfrm>
            <a:off x="6867780" y="1796046"/>
            <a:ext cx="322925" cy="322906"/>
          </a:xfrm>
          <a:prstGeom prst="rect">
            <a:avLst/>
          </a:prstGeom>
          <a:noFill/>
          <a:ln>
            <a:noFill/>
          </a:ln>
        </p:spPr>
      </p:pic>
      <p:pic>
        <p:nvPicPr>
          <p:cNvPr id="119" name="Google Shape;119;p16"/>
          <p:cNvPicPr preferRelativeResize="0"/>
          <p:nvPr/>
        </p:nvPicPr>
        <p:blipFill>
          <a:blip r:embed="rId6">
            <a:alphaModFix/>
          </a:blip>
          <a:stretch>
            <a:fillRect/>
          </a:stretch>
        </p:blipFill>
        <p:spPr>
          <a:xfrm>
            <a:off x="5403802" y="3125181"/>
            <a:ext cx="322925" cy="322945"/>
          </a:xfrm>
          <a:prstGeom prst="rect">
            <a:avLst/>
          </a:prstGeom>
          <a:noFill/>
          <a:ln>
            <a:noFill/>
          </a:ln>
        </p:spPr>
      </p:pic>
      <p:pic>
        <p:nvPicPr>
          <p:cNvPr id="120" name="Google Shape;120;p16"/>
          <p:cNvPicPr preferRelativeResize="0"/>
          <p:nvPr/>
        </p:nvPicPr>
        <p:blipFill>
          <a:blip r:embed="rId7">
            <a:alphaModFix/>
          </a:blip>
          <a:stretch>
            <a:fillRect/>
          </a:stretch>
        </p:blipFill>
        <p:spPr>
          <a:xfrm>
            <a:off x="4673455" y="1796047"/>
            <a:ext cx="322925" cy="322906"/>
          </a:xfrm>
          <a:prstGeom prst="rect">
            <a:avLst/>
          </a:prstGeom>
          <a:noFill/>
          <a:ln>
            <a:noFill/>
          </a:ln>
        </p:spPr>
      </p:pic>
      <p:cxnSp>
        <p:nvCxnSpPr>
          <p:cNvPr id="121" name="Google Shape;121;p16"/>
          <p:cNvCxnSpPr/>
          <p:nvPr/>
        </p:nvCxnSpPr>
        <p:spPr>
          <a:xfrm>
            <a:off x="2312025" y="1640125"/>
            <a:ext cx="0" cy="2996100"/>
          </a:xfrm>
          <a:prstGeom prst="straightConnector1">
            <a:avLst/>
          </a:prstGeom>
          <a:noFill/>
          <a:ln w="9525" cap="flat" cmpd="sng">
            <a:solidFill>
              <a:schemeClr val="dk2"/>
            </a:solidFill>
            <a:prstDash val="dot"/>
            <a:round/>
            <a:headEnd type="none" w="med" len="med"/>
            <a:tailEnd type="none" w="med" len="med"/>
          </a:ln>
        </p:spPr>
      </p:cxnSp>
      <p:sp>
        <p:nvSpPr>
          <p:cNvPr id="122" name="Google Shape;122;p16"/>
          <p:cNvSpPr txBox="1">
            <a:spLocks noGrp="1"/>
          </p:cNvSpPr>
          <p:nvPr>
            <p:ph type="sldNum" idx="12"/>
          </p:nvPr>
        </p:nvSpPr>
        <p:spPr>
          <a:xfrm>
            <a:off x="8915400" y="4929303"/>
            <a:ext cx="228600" cy="21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fr" sz="700" i="0" u="none" strike="noStrike" cap="none">
                <a:solidFill>
                  <a:schemeClr val="dk2"/>
                </a:solidFill>
                <a:latin typeface="Montserrat Light"/>
                <a:ea typeface="Montserrat Light"/>
                <a:cs typeface="Montserrat Light"/>
                <a:sym typeface="Montserrat Light"/>
              </a:rPr>
              <a:t>4</a:t>
            </a:fld>
            <a:endParaRPr sz="700" i="0" u="none" strike="noStrike" cap="none">
              <a:solidFill>
                <a:schemeClr val="dk2"/>
              </a:solidFill>
              <a:latin typeface="Montserrat Light"/>
              <a:ea typeface="Montserrat Light"/>
              <a:cs typeface="Montserrat Light"/>
              <a:sym typeface="Montserrat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7"/>
          <p:cNvSpPr txBox="1"/>
          <p:nvPr/>
        </p:nvSpPr>
        <p:spPr>
          <a:xfrm>
            <a:off x="385791" y="1341315"/>
            <a:ext cx="8471400" cy="430800"/>
          </a:xfrm>
          <a:prstGeom prst="rect">
            <a:avLst/>
          </a:prstGeom>
          <a:noFill/>
          <a:ln>
            <a:noFill/>
          </a:ln>
        </p:spPr>
        <p:txBody>
          <a:bodyPr spcFirstLastPara="1" wrap="square" lIns="91400" tIns="91400" rIns="91400" bIns="91400" anchor="t" anchorCtr="0">
            <a:spAutoFit/>
          </a:bodyPr>
          <a:lstStyle/>
          <a:p>
            <a:pPr marL="0" marR="0" lvl="0" indent="0" algn="l" rtl="0">
              <a:lnSpc>
                <a:spcPct val="115000"/>
              </a:lnSpc>
              <a:spcBef>
                <a:spcPts val="0"/>
              </a:spcBef>
              <a:spcAft>
                <a:spcPts val="0"/>
              </a:spcAft>
              <a:buClr>
                <a:srgbClr val="000000"/>
              </a:buClr>
              <a:buSzPts val="1600"/>
              <a:buFont typeface="Montserrat"/>
              <a:buNone/>
            </a:pPr>
            <a:r>
              <a:rPr lang="fr" sz="1600" b="0" i="0" u="none" strike="noStrike" cap="none">
                <a:solidFill>
                  <a:srgbClr val="000000"/>
                </a:solidFill>
                <a:latin typeface="Montserrat"/>
                <a:ea typeface="Montserrat"/>
                <a:cs typeface="Montserrat"/>
                <a:sym typeface="Montserrat"/>
              </a:rPr>
              <a:t>Service public dédié aux acteurs de la restauration collective</a:t>
            </a:r>
            <a:r>
              <a:rPr lang="fr" sz="1600">
                <a:latin typeface="Montserrat"/>
                <a:ea typeface="Montserrat"/>
                <a:cs typeface="Montserrat"/>
                <a:sym typeface="Montserrat"/>
              </a:rPr>
              <a:t>.</a:t>
            </a:r>
            <a:endParaRPr sz="1600" b="0" i="0" u="none" strike="noStrike" cap="none">
              <a:solidFill>
                <a:srgbClr val="000000"/>
              </a:solidFill>
              <a:latin typeface="Montserrat"/>
              <a:ea typeface="Montserrat"/>
              <a:cs typeface="Montserrat"/>
              <a:sym typeface="Montserrat"/>
            </a:endParaRPr>
          </a:p>
        </p:txBody>
      </p:sp>
      <p:pic>
        <p:nvPicPr>
          <p:cNvPr id="128" name="Google Shape;128;p17" descr="Google Shape;108;g19acef96af0_1_32"/>
          <p:cNvPicPr preferRelativeResize="0"/>
          <p:nvPr/>
        </p:nvPicPr>
        <p:blipFill rotWithShape="1">
          <a:blip r:embed="rId3">
            <a:alphaModFix/>
          </a:blip>
          <a:srcRect/>
          <a:stretch/>
        </p:blipFill>
        <p:spPr>
          <a:xfrm>
            <a:off x="1188293" y="3086022"/>
            <a:ext cx="615602" cy="615602"/>
          </a:xfrm>
          <a:prstGeom prst="rect">
            <a:avLst/>
          </a:prstGeom>
          <a:noFill/>
          <a:ln>
            <a:noFill/>
          </a:ln>
        </p:spPr>
      </p:pic>
      <p:pic>
        <p:nvPicPr>
          <p:cNvPr id="129" name="Google Shape;129;p17" descr="Google Shape;109;g19acef96af0_1_32"/>
          <p:cNvPicPr preferRelativeResize="0"/>
          <p:nvPr/>
        </p:nvPicPr>
        <p:blipFill rotWithShape="1">
          <a:blip r:embed="rId4">
            <a:alphaModFix/>
          </a:blip>
          <a:srcRect/>
          <a:stretch/>
        </p:blipFill>
        <p:spPr>
          <a:xfrm>
            <a:off x="3063416" y="3025336"/>
            <a:ext cx="736952" cy="736974"/>
          </a:xfrm>
          <a:prstGeom prst="rect">
            <a:avLst/>
          </a:prstGeom>
          <a:noFill/>
          <a:ln>
            <a:noFill/>
          </a:ln>
        </p:spPr>
      </p:pic>
      <p:pic>
        <p:nvPicPr>
          <p:cNvPr id="130" name="Google Shape;130;p17" descr="Google Shape;110;g19acef96af0_1_32"/>
          <p:cNvPicPr preferRelativeResize="0"/>
          <p:nvPr/>
        </p:nvPicPr>
        <p:blipFill rotWithShape="1">
          <a:blip r:embed="rId5">
            <a:alphaModFix/>
          </a:blip>
          <a:srcRect/>
          <a:stretch/>
        </p:blipFill>
        <p:spPr>
          <a:xfrm>
            <a:off x="5059891" y="3025347"/>
            <a:ext cx="736952" cy="736952"/>
          </a:xfrm>
          <a:prstGeom prst="rect">
            <a:avLst/>
          </a:prstGeom>
          <a:noFill/>
          <a:ln>
            <a:noFill/>
          </a:ln>
        </p:spPr>
      </p:pic>
      <p:pic>
        <p:nvPicPr>
          <p:cNvPr id="131" name="Google Shape;131;p17" descr="Google Shape;111;g19acef96af0_1_32"/>
          <p:cNvPicPr preferRelativeResize="0"/>
          <p:nvPr/>
        </p:nvPicPr>
        <p:blipFill rotWithShape="1">
          <a:blip r:embed="rId6">
            <a:alphaModFix/>
          </a:blip>
          <a:srcRect/>
          <a:stretch/>
        </p:blipFill>
        <p:spPr>
          <a:xfrm>
            <a:off x="7056368" y="3050170"/>
            <a:ext cx="687302" cy="687302"/>
          </a:xfrm>
          <a:prstGeom prst="rect">
            <a:avLst/>
          </a:prstGeom>
          <a:noFill/>
          <a:ln>
            <a:noFill/>
          </a:ln>
        </p:spPr>
      </p:pic>
      <p:sp>
        <p:nvSpPr>
          <p:cNvPr id="132" name="Google Shape;132;p17"/>
          <p:cNvSpPr txBox="1"/>
          <p:nvPr/>
        </p:nvSpPr>
        <p:spPr>
          <a:xfrm>
            <a:off x="858531" y="3774350"/>
            <a:ext cx="1484100" cy="384600"/>
          </a:xfrm>
          <a:prstGeom prst="rect">
            <a:avLst/>
          </a:prstGeom>
          <a:noFill/>
          <a:ln>
            <a:noFill/>
          </a:ln>
        </p:spPr>
        <p:txBody>
          <a:bodyPr spcFirstLastPara="1" wrap="square" lIns="91400" tIns="91400" rIns="91400" bIns="91400" anchor="t" anchorCtr="0">
            <a:spAutoFit/>
          </a:bodyPr>
          <a:lstStyle/>
          <a:p>
            <a:pPr marL="0" marR="0" lvl="0" indent="0" algn="ctr" rtl="0">
              <a:lnSpc>
                <a:spcPct val="115000"/>
              </a:lnSpc>
              <a:spcBef>
                <a:spcPts val="0"/>
              </a:spcBef>
              <a:spcAft>
                <a:spcPts val="0"/>
              </a:spcAft>
              <a:buClr>
                <a:srgbClr val="000000"/>
              </a:buClr>
              <a:buSzPts val="1300"/>
              <a:buFont typeface="Montserrat"/>
              <a:buNone/>
            </a:pPr>
            <a:r>
              <a:rPr lang="fr" sz="1300" b="1" i="0" u="none" strike="noStrike" cap="none">
                <a:solidFill>
                  <a:srgbClr val="000000"/>
                </a:solidFill>
                <a:latin typeface="Montserrat"/>
                <a:ea typeface="Montserrat"/>
                <a:cs typeface="Montserrat"/>
                <a:sym typeface="Montserrat"/>
              </a:rPr>
              <a:t>Comprendre</a:t>
            </a:r>
            <a:endParaRPr sz="1400" b="0" i="0" u="none" strike="noStrike" cap="none">
              <a:solidFill>
                <a:srgbClr val="000000"/>
              </a:solidFill>
              <a:latin typeface="Arial"/>
              <a:ea typeface="Arial"/>
              <a:cs typeface="Arial"/>
              <a:sym typeface="Arial"/>
            </a:endParaRPr>
          </a:p>
        </p:txBody>
      </p:sp>
      <p:sp>
        <p:nvSpPr>
          <p:cNvPr id="133" name="Google Shape;133;p17"/>
          <p:cNvSpPr txBox="1"/>
          <p:nvPr/>
        </p:nvSpPr>
        <p:spPr>
          <a:xfrm>
            <a:off x="2789274" y="3774350"/>
            <a:ext cx="1484100" cy="384600"/>
          </a:xfrm>
          <a:prstGeom prst="rect">
            <a:avLst/>
          </a:prstGeom>
          <a:noFill/>
          <a:ln>
            <a:noFill/>
          </a:ln>
        </p:spPr>
        <p:txBody>
          <a:bodyPr spcFirstLastPara="1" wrap="square" lIns="91400" tIns="91400" rIns="91400" bIns="91400" anchor="t" anchorCtr="0">
            <a:spAutoFit/>
          </a:bodyPr>
          <a:lstStyle/>
          <a:p>
            <a:pPr marL="0" marR="0" lvl="0" indent="0" algn="ctr" rtl="0">
              <a:lnSpc>
                <a:spcPct val="115000"/>
              </a:lnSpc>
              <a:spcBef>
                <a:spcPts val="0"/>
              </a:spcBef>
              <a:spcAft>
                <a:spcPts val="0"/>
              </a:spcAft>
              <a:buClr>
                <a:srgbClr val="000000"/>
              </a:buClr>
              <a:buSzPts val="1300"/>
              <a:buFont typeface="Montserrat"/>
              <a:buNone/>
            </a:pPr>
            <a:r>
              <a:rPr lang="fr" sz="1300" b="1" i="0" u="none" strike="noStrike" cap="none">
                <a:solidFill>
                  <a:srgbClr val="000000"/>
                </a:solidFill>
                <a:latin typeface="Montserrat"/>
                <a:ea typeface="Montserrat"/>
                <a:cs typeface="Montserrat"/>
                <a:sym typeface="Montserrat"/>
              </a:rPr>
              <a:t>Accompagner</a:t>
            </a:r>
            <a:endParaRPr sz="1400" b="0" i="0" u="none" strike="noStrike" cap="none">
              <a:solidFill>
                <a:srgbClr val="000000"/>
              </a:solidFill>
              <a:latin typeface="Arial"/>
              <a:ea typeface="Arial"/>
              <a:cs typeface="Arial"/>
              <a:sym typeface="Arial"/>
            </a:endParaRPr>
          </a:p>
        </p:txBody>
      </p:sp>
      <p:sp>
        <p:nvSpPr>
          <p:cNvPr id="134" name="Google Shape;134;p17"/>
          <p:cNvSpPr txBox="1"/>
          <p:nvPr/>
        </p:nvSpPr>
        <p:spPr>
          <a:xfrm>
            <a:off x="4719985" y="3774350"/>
            <a:ext cx="1484100" cy="384600"/>
          </a:xfrm>
          <a:prstGeom prst="rect">
            <a:avLst/>
          </a:prstGeom>
          <a:noFill/>
          <a:ln>
            <a:noFill/>
          </a:ln>
        </p:spPr>
        <p:txBody>
          <a:bodyPr spcFirstLastPara="1" wrap="square" lIns="91400" tIns="91400" rIns="91400" bIns="91400" anchor="t" anchorCtr="0">
            <a:spAutoFit/>
          </a:bodyPr>
          <a:lstStyle/>
          <a:p>
            <a:pPr marL="0" marR="0" lvl="0" indent="0" algn="ctr" rtl="0">
              <a:lnSpc>
                <a:spcPct val="115000"/>
              </a:lnSpc>
              <a:spcBef>
                <a:spcPts val="0"/>
              </a:spcBef>
              <a:spcAft>
                <a:spcPts val="0"/>
              </a:spcAft>
              <a:buClr>
                <a:srgbClr val="000000"/>
              </a:buClr>
              <a:buSzPts val="1300"/>
              <a:buFont typeface="Montserrat"/>
              <a:buNone/>
            </a:pPr>
            <a:r>
              <a:rPr lang="fr" sz="1300" b="1" i="0" u="none" strike="noStrike" cap="none">
                <a:solidFill>
                  <a:srgbClr val="000000"/>
                </a:solidFill>
                <a:latin typeface="Montserrat"/>
                <a:ea typeface="Montserrat"/>
                <a:cs typeface="Montserrat"/>
                <a:sym typeface="Montserrat"/>
              </a:rPr>
              <a:t>Communiquer</a:t>
            </a:r>
            <a:endParaRPr sz="1400" b="0" i="0" u="none" strike="noStrike" cap="none">
              <a:solidFill>
                <a:srgbClr val="000000"/>
              </a:solidFill>
              <a:latin typeface="Arial"/>
              <a:ea typeface="Arial"/>
              <a:cs typeface="Arial"/>
              <a:sym typeface="Arial"/>
            </a:endParaRPr>
          </a:p>
        </p:txBody>
      </p:sp>
      <p:sp>
        <p:nvSpPr>
          <p:cNvPr id="135" name="Google Shape;135;p17"/>
          <p:cNvSpPr txBox="1"/>
          <p:nvPr/>
        </p:nvSpPr>
        <p:spPr>
          <a:xfrm>
            <a:off x="6650693" y="3774350"/>
            <a:ext cx="1484100" cy="384600"/>
          </a:xfrm>
          <a:prstGeom prst="rect">
            <a:avLst/>
          </a:prstGeom>
          <a:noFill/>
          <a:ln>
            <a:noFill/>
          </a:ln>
        </p:spPr>
        <p:txBody>
          <a:bodyPr spcFirstLastPara="1" wrap="square" lIns="91400" tIns="91400" rIns="91400" bIns="91400" anchor="t" anchorCtr="0">
            <a:spAutoFit/>
          </a:bodyPr>
          <a:lstStyle/>
          <a:p>
            <a:pPr marL="0" marR="0" lvl="0" indent="0" algn="ctr" rtl="0">
              <a:lnSpc>
                <a:spcPct val="115000"/>
              </a:lnSpc>
              <a:spcBef>
                <a:spcPts val="0"/>
              </a:spcBef>
              <a:spcAft>
                <a:spcPts val="0"/>
              </a:spcAft>
              <a:buClr>
                <a:srgbClr val="000000"/>
              </a:buClr>
              <a:buSzPts val="1300"/>
              <a:buFont typeface="Montserrat"/>
              <a:buNone/>
            </a:pPr>
            <a:r>
              <a:rPr lang="fr" sz="1300" b="1" i="0" u="none" strike="noStrike" cap="none">
                <a:solidFill>
                  <a:srgbClr val="000000"/>
                </a:solidFill>
                <a:latin typeface="Montserrat"/>
                <a:ea typeface="Montserrat"/>
                <a:cs typeface="Montserrat"/>
                <a:sym typeface="Montserrat"/>
              </a:rPr>
              <a:t>Collecter</a:t>
            </a:r>
            <a:endParaRPr sz="1400" b="0" i="0" u="none" strike="noStrike" cap="none">
              <a:solidFill>
                <a:srgbClr val="000000"/>
              </a:solidFill>
              <a:latin typeface="Arial"/>
              <a:ea typeface="Arial"/>
              <a:cs typeface="Arial"/>
              <a:sym typeface="Arial"/>
            </a:endParaRPr>
          </a:p>
        </p:txBody>
      </p:sp>
      <p:sp>
        <p:nvSpPr>
          <p:cNvPr id="136" name="Google Shape;136;p17"/>
          <p:cNvSpPr txBox="1"/>
          <p:nvPr/>
        </p:nvSpPr>
        <p:spPr>
          <a:xfrm>
            <a:off x="858531" y="4066549"/>
            <a:ext cx="1484100" cy="743400"/>
          </a:xfrm>
          <a:prstGeom prst="rect">
            <a:avLst/>
          </a:prstGeom>
          <a:noFill/>
          <a:ln>
            <a:noFill/>
          </a:ln>
        </p:spPr>
        <p:txBody>
          <a:bodyPr spcFirstLastPara="1" wrap="square" lIns="91400" tIns="91400" rIns="91400" bIns="91400" anchor="t" anchorCtr="0">
            <a:spAutoFit/>
          </a:bodyPr>
          <a:lstStyle/>
          <a:p>
            <a:pPr marL="0" marR="0" lvl="0" indent="0" algn="ctr" rtl="0">
              <a:lnSpc>
                <a:spcPct val="115000"/>
              </a:lnSpc>
              <a:spcBef>
                <a:spcPts val="0"/>
              </a:spcBef>
              <a:spcAft>
                <a:spcPts val="0"/>
              </a:spcAft>
              <a:buClr>
                <a:srgbClr val="000000"/>
              </a:buClr>
              <a:buSzPts val="1100"/>
              <a:buFont typeface="Montserrat Medium"/>
              <a:buNone/>
            </a:pPr>
            <a:r>
              <a:rPr lang="fr" sz="1100" b="0" i="0" u="none" strike="noStrike" cap="none">
                <a:solidFill>
                  <a:srgbClr val="000000"/>
                </a:solidFill>
                <a:latin typeface="Montserrat Medium"/>
                <a:ea typeface="Montserrat Medium"/>
                <a:cs typeface="Montserrat Medium"/>
                <a:sym typeface="Montserrat Medium"/>
              </a:rPr>
              <a:t>et décrypter les mesures des lois EGAlim et Climat </a:t>
            </a:r>
            <a:endParaRPr sz="1400" b="0" i="0" u="none" strike="noStrike" cap="none">
              <a:solidFill>
                <a:srgbClr val="000000"/>
              </a:solidFill>
              <a:latin typeface="Arial"/>
              <a:ea typeface="Arial"/>
              <a:cs typeface="Arial"/>
              <a:sym typeface="Arial"/>
            </a:endParaRPr>
          </a:p>
        </p:txBody>
      </p:sp>
      <p:sp>
        <p:nvSpPr>
          <p:cNvPr id="137" name="Google Shape;137;p17"/>
          <p:cNvSpPr txBox="1"/>
          <p:nvPr/>
        </p:nvSpPr>
        <p:spPr>
          <a:xfrm>
            <a:off x="2789255" y="4066549"/>
            <a:ext cx="1484100" cy="743400"/>
          </a:xfrm>
          <a:prstGeom prst="rect">
            <a:avLst/>
          </a:prstGeom>
          <a:noFill/>
          <a:ln>
            <a:noFill/>
          </a:ln>
        </p:spPr>
        <p:txBody>
          <a:bodyPr spcFirstLastPara="1" wrap="square" lIns="91400" tIns="91400" rIns="91400" bIns="91400" anchor="t" anchorCtr="0">
            <a:spAutoFit/>
          </a:bodyPr>
          <a:lstStyle/>
          <a:p>
            <a:pPr marL="0" marR="0" lvl="0" indent="0" algn="ctr" rtl="0">
              <a:lnSpc>
                <a:spcPct val="115000"/>
              </a:lnSpc>
              <a:spcBef>
                <a:spcPts val="0"/>
              </a:spcBef>
              <a:spcAft>
                <a:spcPts val="0"/>
              </a:spcAft>
              <a:buClr>
                <a:srgbClr val="000000"/>
              </a:buClr>
              <a:buSzPts val="1100"/>
              <a:buFont typeface="Montserrat Medium"/>
              <a:buNone/>
            </a:pPr>
            <a:r>
              <a:rPr lang="fr" sz="1100" b="0" i="0" u="none" strike="noStrike" cap="none">
                <a:solidFill>
                  <a:srgbClr val="000000"/>
                </a:solidFill>
                <a:latin typeface="Montserrat Medium"/>
                <a:ea typeface="Montserrat Medium"/>
                <a:cs typeface="Montserrat Medium"/>
                <a:sym typeface="Montserrat Medium"/>
              </a:rPr>
              <a:t>et outiller les gestionnaires et administrateurs </a:t>
            </a:r>
            <a:endParaRPr sz="1400" b="0" i="0" u="none" strike="noStrike" cap="none">
              <a:solidFill>
                <a:srgbClr val="000000"/>
              </a:solidFill>
              <a:latin typeface="Arial"/>
              <a:ea typeface="Arial"/>
              <a:cs typeface="Arial"/>
              <a:sym typeface="Arial"/>
            </a:endParaRPr>
          </a:p>
        </p:txBody>
      </p:sp>
      <p:sp>
        <p:nvSpPr>
          <p:cNvPr id="138" name="Google Shape;138;p17"/>
          <p:cNvSpPr txBox="1"/>
          <p:nvPr/>
        </p:nvSpPr>
        <p:spPr>
          <a:xfrm>
            <a:off x="4662893" y="4066562"/>
            <a:ext cx="1627500" cy="743400"/>
          </a:xfrm>
          <a:prstGeom prst="rect">
            <a:avLst/>
          </a:prstGeom>
          <a:noFill/>
          <a:ln>
            <a:noFill/>
          </a:ln>
        </p:spPr>
        <p:txBody>
          <a:bodyPr spcFirstLastPara="1" wrap="square" lIns="91400" tIns="91400" rIns="91400" bIns="91400" anchor="t" anchorCtr="0">
            <a:spAutoFit/>
          </a:bodyPr>
          <a:lstStyle/>
          <a:p>
            <a:pPr marL="0" marR="0" lvl="0" indent="0" algn="ctr" rtl="0">
              <a:lnSpc>
                <a:spcPct val="115000"/>
              </a:lnSpc>
              <a:spcBef>
                <a:spcPts val="0"/>
              </a:spcBef>
              <a:spcAft>
                <a:spcPts val="0"/>
              </a:spcAft>
              <a:buClr>
                <a:srgbClr val="000000"/>
              </a:buClr>
              <a:buSzPts val="1100"/>
              <a:buFont typeface="Montserrat Medium"/>
              <a:buNone/>
            </a:pPr>
            <a:r>
              <a:rPr lang="fr" sz="1100" b="0" i="0" u="none" strike="noStrike" cap="none">
                <a:solidFill>
                  <a:srgbClr val="000000"/>
                </a:solidFill>
                <a:latin typeface="Montserrat Medium"/>
                <a:ea typeface="Montserrat Medium"/>
                <a:cs typeface="Montserrat Medium"/>
                <a:sym typeface="Montserrat Medium"/>
              </a:rPr>
              <a:t>entre pairs et à ses convives pour valoriser ses actions</a:t>
            </a:r>
            <a:endParaRPr sz="1400" b="0" i="0" u="none" strike="noStrike" cap="none">
              <a:solidFill>
                <a:srgbClr val="000000"/>
              </a:solidFill>
              <a:latin typeface="Arial"/>
              <a:ea typeface="Arial"/>
              <a:cs typeface="Arial"/>
              <a:sym typeface="Arial"/>
            </a:endParaRPr>
          </a:p>
        </p:txBody>
      </p:sp>
      <p:sp>
        <p:nvSpPr>
          <p:cNvPr id="139" name="Google Shape;139;p17"/>
          <p:cNvSpPr txBox="1"/>
          <p:nvPr/>
        </p:nvSpPr>
        <p:spPr>
          <a:xfrm>
            <a:off x="6657967" y="4066562"/>
            <a:ext cx="1627500" cy="743400"/>
          </a:xfrm>
          <a:prstGeom prst="rect">
            <a:avLst/>
          </a:prstGeom>
          <a:noFill/>
          <a:ln>
            <a:noFill/>
          </a:ln>
        </p:spPr>
        <p:txBody>
          <a:bodyPr spcFirstLastPara="1" wrap="square" lIns="91400" tIns="91400" rIns="91400" bIns="91400" anchor="t" anchorCtr="0">
            <a:spAutoFit/>
          </a:bodyPr>
          <a:lstStyle/>
          <a:p>
            <a:pPr marL="0" marR="0" lvl="0" indent="0" algn="ctr" rtl="0">
              <a:lnSpc>
                <a:spcPct val="115000"/>
              </a:lnSpc>
              <a:spcBef>
                <a:spcPts val="0"/>
              </a:spcBef>
              <a:spcAft>
                <a:spcPts val="0"/>
              </a:spcAft>
              <a:buClr>
                <a:srgbClr val="000000"/>
              </a:buClr>
              <a:buSzPts val="1100"/>
              <a:buFont typeface="Montserrat Medium"/>
              <a:buNone/>
            </a:pPr>
            <a:r>
              <a:rPr lang="fr" sz="1100" b="0" i="0" u="none" strike="noStrike" cap="none">
                <a:solidFill>
                  <a:srgbClr val="000000"/>
                </a:solidFill>
                <a:latin typeface="Montserrat Medium"/>
                <a:ea typeface="Montserrat Medium"/>
                <a:cs typeface="Montserrat Medium"/>
                <a:sym typeface="Montserrat Medium"/>
              </a:rPr>
              <a:t>les données afin d’évaluer la politique publique </a:t>
            </a:r>
            <a:endParaRPr sz="1400" b="0" i="0" u="none" strike="noStrike" cap="none">
              <a:solidFill>
                <a:srgbClr val="000000"/>
              </a:solidFill>
              <a:latin typeface="Arial"/>
              <a:ea typeface="Arial"/>
              <a:cs typeface="Arial"/>
              <a:sym typeface="Arial"/>
            </a:endParaRPr>
          </a:p>
        </p:txBody>
      </p:sp>
      <p:sp>
        <p:nvSpPr>
          <p:cNvPr id="140" name="Google Shape;140;p17"/>
          <p:cNvSpPr txBox="1"/>
          <p:nvPr/>
        </p:nvSpPr>
        <p:spPr>
          <a:xfrm>
            <a:off x="858531" y="2587790"/>
            <a:ext cx="1484100" cy="384600"/>
          </a:xfrm>
          <a:prstGeom prst="rect">
            <a:avLst/>
          </a:prstGeom>
          <a:noFill/>
          <a:ln>
            <a:noFill/>
          </a:ln>
        </p:spPr>
        <p:txBody>
          <a:bodyPr spcFirstLastPara="1" wrap="square" lIns="91400" tIns="91400" rIns="91400" bIns="91400" anchor="t" anchorCtr="0">
            <a:spAutoFit/>
          </a:bodyPr>
          <a:lstStyle/>
          <a:p>
            <a:pPr marL="0" marR="0" lvl="0" indent="0" algn="l" rtl="0">
              <a:lnSpc>
                <a:spcPct val="115000"/>
              </a:lnSpc>
              <a:spcBef>
                <a:spcPts val="0"/>
              </a:spcBef>
              <a:spcAft>
                <a:spcPts val="0"/>
              </a:spcAft>
              <a:buClr>
                <a:srgbClr val="E1000F"/>
              </a:buClr>
              <a:buSzPts val="1300"/>
              <a:buFont typeface="Montserrat"/>
              <a:buNone/>
            </a:pPr>
            <a:r>
              <a:rPr lang="fr" sz="1300" b="1" i="0" u="none" strike="noStrike" cap="none">
                <a:solidFill>
                  <a:srgbClr val="E1000F"/>
                </a:solidFill>
                <a:latin typeface="Montserrat"/>
                <a:ea typeface="Montserrat"/>
                <a:cs typeface="Montserrat"/>
                <a:sym typeface="Montserrat"/>
              </a:rPr>
              <a:t>4 objectifs : </a:t>
            </a:r>
            <a:endParaRPr sz="1400" b="0" i="0" u="none" strike="noStrike" cap="none">
              <a:solidFill>
                <a:srgbClr val="000000"/>
              </a:solidFill>
              <a:latin typeface="Arial"/>
              <a:ea typeface="Arial"/>
              <a:cs typeface="Arial"/>
              <a:sym typeface="Arial"/>
            </a:endParaRPr>
          </a:p>
        </p:txBody>
      </p:sp>
      <p:sp>
        <p:nvSpPr>
          <p:cNvPr id="141" name="Google Shape;141;p17"/>
          <p:cNvSpPr txBox="1">
            <a:spLocks noGrp="1"/>
          </p:cNvSpPr>
          <p:nvPr>
            <p:ph type="title"/>
          </p:nvPr>
        </p:nvSpPr>
        <p:spPr>
          <a:xfrm>
            <a:off x="225600" y="125625"/>
            <a:ext cx="8692800" cy="8034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fr"/>
              <a:t>À quoi sert </a:t>
            </a:r>
            <a:r>
              <a:rPr lang="fr" i="1"/>
              <a:t>ma cantine</a:t>
            </a:r>
            <a:r>
              <a:rPr lang="fr"/>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8"/>
          <p:cNvSpPr/>
          <p:nvPr/>
        </p:nvSpPr>
        <p:spPr>
          <a:xfrm>
            <a:off x="553025" y="3258950"/>
            <a:ext cx="2602200" cy="825900"/>
          </a:xfrm>
          <a:prstGeom prst="roundRect">
            <a:avLst>
              <a:gd name="adj" fmla="val 50000"/>
            </a:avLst>
          </a:prstGeom>
          <a:solidFill>
            <a:srgbClr val="F0F0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pic>
        <p:nvPicPr>
          <p:cNvPr id="147" name="Google Shape;147;p18"/>
          <p:cNvPicPr preferRelativeResize="0"/>
          <p:nvPr/>
        </p:nvPicPr>
        <p:blipFill>
          <a:blip r:embed="rId3">
            <a:alphaModFix/>
          </a:blip>
          <a:stretch>
            <a:fillRect/>
          </a:stretch>
        </p:blipFill>
        <p:spPr>
          <a:xfrm>
            <a:off x="1686112" y="3022141"/>
            <a:ext cx="335913" cy="335893"/>
          </a:xfrm>
          <a:prstGeom prst="rect">
            <a:avLst/>
          </a:prstGeom>
          <a:noFill/>
          <a:ln>
            <a:noFill/>
          </a:ln>
        </p:spPr>
      </p:pic>
      <p:sp>
        <p:nvSpPr>
          <p:cNvPr id="148" name="Google Shape;148;p18"/>
          <p:cNvSpPr txBox="1">
            <a:spLocks noGrp="1"/>
          </p:cNvSpPr>
          <p:nvPr>
            <p:ph type="title"/>
          </p:nvPr>
        </p:nvSpPr>
        <p:spPr>
          <a:xfrm>
            <a:off x="222650" y="214200"/>
            <a:ext cx="58650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None/>
            </a:pPr>
            <a:r>
              <a:rPr lang="fr"/>
              <a:t>Qui est concerné ? </a:t>
            </a:r>
            <a:br>
              <a:rPr lang="fr"/>
            </a:br>
            <a:r>
              <a:rPr lang="fr"/>
              <a:t>Qui s’inscrit sur la plateforme ?</a:t>
            </a:r>
            <a:endParaRPr/>
          </a:p>
        </p:txBody>
      </p:sp>
      <p:sp>
        <p:nvSpPr>
          <p:cNvPr id="149" name="Google Shape;149;p18"/>
          <p:cNvSpPr/>
          <p:nvPr/>
        </p:nvSpPr>
        <p:spPr>
          <a:xfrm>
            <a:off x="553025" y="1905200"/>
            <a:ext cx="2602200" cy="825900"/>
          </a:xfrm>
          <a:prstGeom prst="roundRect">
            <a:avLst>
              <a:gd name="adj" fmla="val 50000"/>
            </a:avLst>
          </a:prstGeom>
          <a:solidFill>
            <a:srgbClr val="F0F0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pic>
        <p:nvPicPr>
          <p:cNvPr id="150" name="Google Shape;150;p18"/>
          <p:cNvPicPr preferRelativeResize="0"/>
          <p:nvPr/>
        </p:nvPicPr>
        <p:blipFill>
          <a:blip r:embed="rId4">
            <a:alphaModFix/>
          </a:blip>
          <a:stretch>
            <a:fillRect/>
          </a:stretch>
        </p:blipFill>
        <p:spPr>
          <a:xfrm>
            <a:off x="1686124" y="1668193"/>
            <a:ext cx="335913" cy="335893"/>
          </a:xfrm>
          <a:prstGeom prst="rect">
            <a:avLst/>
          </a:prstGeom>
          <a:noFill/>
          <a:ln>
            <a:noFill/>
          </a:ln>
        </p:spPr>
      </p:pic>
      <p:sp>
        <p:nvSpPr>
          <p:cNvPr id="151" name="Google Shape;151;p18"/>
          <p:cNvSpPr txBox="1">
            <a:spLocks noGrp="1"/>
          </p:cNvSpPr>
          <p:nvPr>
            <p:ph type="body" idx="1"/>
          </p:nvPr>
        </p:nvSpPr>
        <p:spPr>
          <a:xfrm>
            <a:off x="856400" y="1940139"/>
            <a:ext cx="1995300" cy="726579"/>
          </a:xfrm>
          <a:prstGeom prst="rect">
            <a:avLst/>
          </a:prstGeom>
        </p:spPr>
        <p:txBody>
          <a:bodyPr spcFirstLastPara="1" wrap="square" lIns="91425" tIns="91425" rIns="91425" bIns="91425" anchor="t" anchorCtr="0">
            <a:spAutoFit/>
          </a:bodyPr>
          <a:lstStyle/>
          <a:p>
            <a:pPr marL="0" lvl="0" indent="0" algn="ctr" rtl="0">
              <a:spcBef>
                <a:spcPts val="500"/>
              </a:spcBef>
              <a:spcAft>
                <a:spcPts val="0"/>
              </a:spcAft>
              <a:buNone/>
            </a:pPr>
            <a:r>
              <a:rPr lang="fr" sz="900" dirty="0">
                <a:solidFill>
                  <a:schemeClr val="dk1"/>
                </a:solidFill>
                <a:latin typeface="Montserrat"/>
                <a:ea typeface="Montserrat"/>
                <a:cs typeface="Montserrat"/>
                <a:sym typeface="Montserrat"/>
              </a:rPr>
              <a:t>Les responsables légaux de services d’EPS, médico-sociaux et sociaux</a:t>
            </a:r>
            <a:endParaRPr sz="900" dirty="0"/>
          </a:p>
        </p:txBody>
      </p:sp>
      <p:sp>
        <p:nvSpPr>
          <p:cNvPr id="152" name="Google Shape;152;p18"/>
          <p:cNvSpPr txBox="1">
            <a:spLocks noGrp="1"/>
          </p:cNvSpPr>
          <p:nvPr>
            <p:ph type="body" idx="1"/>
          </p:nvPr>
        </p:nvSpPr>
        <p:spPr>
          <a:xfrm>
            <a:off x="856400" y="3358025"/>
            <a:ext cx="1995300" cy="641700"/>
          </a:xfrm>
          <a:prstGeom prst="rect">
            <a:avLst/>
          </a:prstGeom>
        </p:spPr>
        <p:txBody>
          <a:bodyPr spcFirstLastPara="1" wrap="square" lIns="91425" tIns="91425" rIns="91425" bIns="91425" anchor="t" anchorCtr="0">
            <a:spAutoFit/>
          </a:bodyPr>
          <a:lstStyle/>
          <a:p>
            <a:pPr marL="0" lvl="0" indent="0" algn="ctr" rtl="0">
              <a:spcBef>
                <a:spcPts val="500"/>
              </a:spcBef>
              <a:spcAft>
                <a:spcPts val="0"/>
              </a:spcAft>
              <a:buNone/>
            </a:pPr>
            <a:r>
              <a:rPr lang="fr" sz="900" dirty="0">
                <a:solidFill>
                  <a:schemeClr val="dk1"/>
                </a:solidFill>
                <a:latin typeface="Montserrat"/>
                <a:ea typeface="Montserrat"/>
                <a:cs typeface="Montserrat"/>
                <a:sym typeface="Montserrat"/>
              </a:rPr>
              <a:t>Les structures, personnes ayant eu délégation pour le faire </a:t>
            </a:r>
            <a:br>
              <a:rPr lang="fr" sz="900" dirty="0">
                <a:solidFill>
                  <a:schemeClr val="dk1"/>
                </a:solidFill>
                <a:latin typeface="Montserrat"/>
                <a:ea typeface="Montserrat"/>
                <a:cs typeface="Montserrat"/>
                <a:sym typeface="Montserrat"/>
              </a:rPr>
            </a:br>
            <a:r>
              <a:rPr lang="fr" sz="900" dirty="0">
                <a:solidFill>
                  <a:schemeClr val="dk1"/>
                </a:solidFill>
                <a:latin typeface="Montserrat"/>
                <a:ea typeface="Montserrat"/>
                <a:cs typeface="Montserrat"/>
                <a:sym typeface="Montserrat"/>
              </a:rPr>
              <a:t>ex : SRC, cuisine centrale…)</a:t>
            </a:r>
            <a:endParaRPr sz="900" dirty="0">
              <a:solidFill>
                <a:schemeClr val="dk1"/>
              </a:solidFill>
              <a:latin typeface="Montserrat"/>
              <a:ea typeface="Montserrat"/>
              <a:cs typeface="Montserrat"/>
              <a:sym typeface="Montserrat"/>
            </a:endParaRPr>
          </a:p>
        </p:txBody>
      </p:sp>
      <p:sp>
        <p:nvSpPr>
          <p:cNvPr id="153" name="Google Shape;153;p18"/>
          <p:cNvSpPr txBox="1">
            <a:spLocks noGrp="1"/>
          </p:cNvSpPr>
          <p:nvPr>
            <p:ph type="body" idx="1"/>
          </p:nvPr>
        </p:nvSpPr>
        <p:spPr>
          <a:xfrm>
            <a:off x="3866899" y="1519098"/>
            <a:ext cx="3571500" cy="3187509"/>
          </a:xfrm>
          <a:prstGeom prst="rect">
            <a:avLst/>
          </a:prstGeom>
        </p:spPr>
        <p:txBody>
          <a:bodyPr spcFirstLastPara="1" wrap="square" lIns="91425" tIns="91425" rIns="91425" bIns="91425" anchor="t" anchorCtr="0">
            <a:spAutoFit/>
          </a:bodyPr>
          <a:lstStyle/>
          <a:p>
            <a:pPr marL="0" lvl="0" indent="0" algn="l" rtl="0">
              <a:spcBef>
                <a:spcPts val="1200"/>
              </a:spcBef>
              <a:spcAft>
                <a:spcPts val="0"/>
              </a:spcAft>
              <a:buNone/>
            </a:pPr>
            <a:r>
              <a:rPr lang="fr" sz="1100" b="1" dirty="0">
                <a:solidFill>
                  <a:schemeClr val="dk1"/>
                </a:solidFill>
                <a:latin typeface="Montserrat"/>
                <a:ea typeface="Montserrat"/>
                <a:cs typeface="Montserrat"/>
                <a:sym typeface="Montserrat"/>
              </a:rPr>
              <a:t>Restauration</a:t>
            </a:r>
            <a:endParaRPr sz="1100" b="1" dirty="0">
              <a:solidFill>
                <a:schemeClr val="dk1"/>
              </a:solidFill>
              <a:latin typeface="Montserrat"/>
              <a:ea typeface="Montserrat"/>
              <a:cs typeface="Montserrat"/>
              <a:sym typeface="Montserrat"/>
            </a:endParaRPr>
          </a:p>
          <a:p>
            <a:pPr marL="457200" lvl="0" indent="-298450" algn="l" rtl="0">
              <a:spcBef>
                <a:spcPts val="400"/>
              </a:spcBef>
              <a:spcAft>
                <a:spcPts val="0"/>
              </a:spcAft>
              <a:buClr>
                <a:schemeClr val="dk1"/>
              </a:buClr>
              <a:buSzPts val="1100"/>
              <a:buFont typeface="Montserrat"/>
              <a:buChar char="●"/>
            </a:pPr>
            <a:r>
              <a:rPr lang="fr" sz="1100" dirty="0">
                <a:solidFill>
                  <a:schemeClr val="dk1"/>
                </a:solidFill>
                <a:latin typeface="Montserrat"/>
                <a:ea typeface="Montserrat"/>
                <a:cs typeface="Montserrat"/>
                <a:sym typeface="Montserrat"/>
              </a:rPr>
              <a:t>Responsable Restauration</a:t>
            </a:r>
            <a:endParaRPr sz="1100" dirty="0">
              <a:solidFill>
                <a:schemeClr val="dk1"/>
              </a:solidFill>
              <a:latin typeface="Montserrat"/>
              <a:ea typeface="Montserrat"/>
              <a:cs typeface="Montserrat"/>
              <a:sym typeface="Montserrat"/>
            </a:endParaRPr>
          </a:p>
          <a:p>
            <a:pPr marL="457200" lvl="0" indent="-298450" algn="l" rtl="0">
              <a:spcBef>
                <a:spcPts val="200"/>
              </a:spcBef>
              <a:spcAft>
                <a:spcPts val="0"/>
              </a:spcAft>
              <a:buClr>
                <a:schemeClr val="dk1"/>
              </a:buClr>
              <a:buSzPts val="1100"/>
              <a:buFont typeface="Montserrat"/>
              <a:buChar char="●"/>
            </a:pPr>
            <a:r>
              <a:rPr lang="fr" sz="1100" dirty="0">
                <a:solidFill>
                  <a:schemeClr val="dk1"/>
                </a:solidFill>
                <a:latin typeface="Montserrat"/>
                <a:ea typeface="Montserrat"/>
                <a:cs typeface="Montserrat"/>
                <a:sym typeface="Montserrat"/>
              </a:rPr>
              <a:t>Chef et ou cuisinier</a:t>
            </a:r>
            <a:endParaRPr sz="1100" dirty="0">
              <a:solidFill>
                <a:schemeClr val="dk1"/>
              </a:solidFill>
              <a:latin typeface="Montserrat"/>
              <a:ea typeface="Montserrat"/>
              <a:cs typeface="Montserrat"/>
              <a:sym typeface="Montserrat"/>
            </a:endParaRPr>
          </a:p>
          <a:p>
            <a:pPr marL="457200" lvl="0" indent="-298450" algn="l" rtl="0">
              <a:spcBef>
                <a:spcPts val="200"/>
              </a:spcBef>
              <a:spcAft>
                <a:spcPts val="0"/>
              </a:spcAft>
              <a:buClr>
                <a:schemeClr val="dk1"/>
              </a:buClr>
              <a:buSzPts val="1100"/>
              <a:buFont typeface="Montserrat"/>
              <a:buChar char="●"/>
            </a:pPr>
            <a:r>
              <a:rPr lang="fr" sz="1100" dirty="0">
                <a:solidFill>
                  <a:schemeClr val="dk1"/>
                </a:solidFill>
                <a:latin typeface="Montserrat"/>
                <a:ea typeface="Montserrat"/>
                <a:cs typeface="Montserrat"/>
                <a:sym typeface="Montserrat"/>
              </a:rPr>
              <a:t>Gestionnaire  — responsable des achats</a:t>
            </a:r>
          </a:p>
          <a:p>
            <a:pPr marL="457200" lvl="0" indent="-298450" algn="l" rtl="0">
              <a:spcBef>
                <a:spcPts val="200"/>
              </a:spcBef>
              <a:spcAft>
                <a:spcPts val="0"/>
              </a:spcAft>
              <a:buClr>
                <a:schemeClr val="dk1"/>
              </a:buClr>
              <a:buSzPts val="1100"/>
              <a:buFont typeface="Montserrat"/>
              <a:buChar char="●"/>
            </a:pPr>
            <a:r>
              <a:rPr lang="fr" sz="1100" dirty="0">
                <a:solidFill>
                  <a:schemeClr val="dk1"/>
                </a:solidFill>
                <a:latin typeface="Montserrat"/>
                <a:ea typeface="Montserrat"/>
                <a:cs typeface="Montserrat"/>
                <a:sym typeface="Montserrat"/>
              </a:rPr>
              <a:t>Diététiciens</a:t>
            </a:r>
            <a:endParaRPr sz="1100" b="1" dirty="0">
              <a:solidFill>
                <a:schemeClr val="dk1"/>
              </a:solidFill>
              <a:latin typeface="Montserrat"/>
              <a:ea typeface="Montserrat"/>
              <a:cs typeface="Montserrat"/>
              <a:sym typeface="Montserrat"/>
            </a:endParaRPr>
          </a:p>
          <a:p>
            <a:pPr marL="0" lvl="0" indent="0" algn="l" rtl="0">
              <a:spcBef>
                <a:spcPts val="1200"/>
              </a:spcBef>
              <a:spcAft>
                <a:spcPts val="0"/>
              </a:spcAft>
              <a:buNone/>
            </a:pPr>
            <a:r>
              <a:rPr lang="fr" sz="1100" b="1" dirty="0">
                <a:solidFill>
                  <a:schemeClr val="dk1"/>
                </a:solidFill>
                <a:latin typeface="Montserrat"/>
                <a:ea typeface="Montserrat"/>
                <a:cs typeface="Montserrat"/>
                <a:sym typeface="Montserrat"/>
              </a:rPr>
              <a:t>Direction ou fonctions supports :</a:t>
            </a:r>
            <a:endParaRPr sz="1100" b="1" dirty="0">
              <a:solidFill>
                <a:schemeClr val="dk1"/>
              </a:solidFill>
              <a:latin typeface="Montserrat"/>
              <a:ea typeface="Montserrat"/>
              <a:cs typeface="Montserrat"/>
              <a:sym typeface="Montserrat"/>
            </a:endParaRPr>
          </a:p>
          <a:p>
            <a:pPr marL="457200" lvl="0" indent="-298450" algn="l" rtl="0">
              <a:spcBef>
                <a:spcPts val="200"/>
              </a:spcBef>
              <a:spcAft>
                <a:spcPts val="0"/>
              </a:spcAft>
              <a:buClr>
                <a:schemeClr val="dk1"/>
              </a:buClr>
              <a:buSzPts val="1100"/>
              <a:buFont typeface="Montserrat"/>
              <a:buChar char="●"/>
            </a:pPr>
            <a:r>
              <a:rPr lang="fr" sz="1100" dirty="0">
                <a:solidFill>
                  <a:schemeClr val="dk1"/>
                </a:solidFill>
                <a:latin typeface="Montserrat"/>
                <a:ea typeface="Montserrat"/>
                <a:cs typeface="Montserrat"/>
                <a:sym typeface="Montserrat"/>
              </a:rPr>
              <a:t>Directeur d’établissement — GHT et GIP</a:t>
            </a:r>
          </a:p>
          <a:p>
            <a:pPr marL="457200" lvl="0" indent="-298450" algn="l" rtl="0">
              <a:spcBef>
                <a:spcPts val="200"/>
              </a:spcBef>
              <a:spcAft>
                <a:spcPts val="0"/>
              </a:spcAft>
              <a:buClr>
                <a:schemeClr val="dk1"/>
              </a:buClr>
              <a:buSzPts val="1100"/>
              <a:buFont typeface="Montserrat"/>
              <a:buChar char="●"/>
            </a:pPr>
            <a:r>
              <a:rPr lang="fr" sz="1100" dirty="0">
                <a:solidFill>
                  <a:schemeClr val="dk1"/>
                </a:solidFill>
                <a:latin typeface="Montserrat"/>
                <a:ea typeface="Montserrat"/>
                <a:cs typeface="Montserrat"/>
                <a:sym typeface="Montserrat"/>
              </a:rPr>
              <a:t>Directeur fonctionnel</a:t>
            </a:r>
            <a:endParaRPr sz="1100" dirty="0">
              <a:solidFill>
                <a:schemeClr val="dk1"/>
              </a:solidFill>
              <a:latin typeface="Montserrat"/>
              <a:ea typeface="Montserrat"/>
              <a:cs typeface="Montserrat"/>
              <a:sym typeface="Montserrat"/>
            </a:endParaRPr>
          </a:p>
          <a:p>
            <a:pPr marL="457200" lvl="0" indent="-298450" algn="l" rtl="0">
              <a:spcBef>
                <a:spcPts val="200"/>
              </a:spcBef>
              <a:spcAft>
                <a:spcPts val="0"/>
              </a:spcAft>
              <a:buClr>
                <a:schemeClr val="dk1"/>
              </a:buClr>
              <a:buSzPts val="1100"/>
              <a:buFont typeface="Montserrat"/>
              <a:buChar char="●"/>
            </a:pPr>
            <a:r>
              <a:rPr lang="fr" sz="1100" dirty="0">
                <a:solidFill>
                  <a:schemeClr val="dk1"/>
                </a:solidFill>
                <a:latin typeface="Montserrat"/>
                <a:ea typeface="Montserrat"/>
                <a:cs typeface="Montserrat"/>
                <a:sym typeface="Montserrat"/>
              </a:rPr>
              <a:t>Gestionnaire administratif</a:t>
            </a:r>
            <a:endParaRPr sz="1100" dirty="0">
              <a:solidFill>
                <a:schemeClr val="dk1"/>
              </a:solidFill>
              <a:latin typeface="Montserrat"/>
              <a:ea typeface="Montserrat"/>
              <a:cs typeface="Montserrat"/>
              <a:sym typeface="Montserrat"/>
            </a:endParaRPr>
          </a:p>
          <a:p>
            <a:pPr marL="457200" lvl="0" indent="-298450" algn="l" rtl="0">
              <a:spcBef>
                <a:spcPts val="200"/>
              </a:spcBef>
              <a:spcAft>
                <a:spcPts val="200"/>
              </a:spcAft>
              <a:buClr>
                <a:schemeClr val="dk1"/>
              </a:buClr>
              <a:buSzPts val="1100"/>
              <a:buFont typeface="Montserrat"/>
              <a:buChar char="●"/>
            </a:pPr>
            <a:r>
              <a:rPr lang="fr" sz="1100" dirty="0">
                <a:solidFill>
                  <a:schemeClr val="dk1"/>
                </a:solidFill>
                <a:latin typeface="Montserrat"/>
                <a:ea typeface="Montserrat"/>
                <a:cs typeface="Montserrat"/>
                <a:sym typeface="Montserrat"/>
              </a:rPr>
              <a:t>Comptable</a:t>
            </a:r>
          </a:p>
          <a:p>
            <a:pPr marL="457200" lvl="0" indent="-298450" algn="l" rtl="0">
              <a:spcBef>
                <a:spcPts val="200"/>
              </a:spcBef>
              <a:spcAft>
                <a:spcPts val="200"/>
              </a:spcAft>
              <a:buClr>
                <a:schemeClr val="dk1"/>
              </a:buClr>
              <a:buSzPts val="1100"/>
              <a:buFont typeface="Montserrat"/>
              <a:buChar char="●"/>
            </a:pPr>
            <a:r>
              <a:rPr lang="fr" sz="1100" dirty="0">
                <a:solidFill>
                  <a:schemeClr val="dk1"/>
                </a:solidFill>
                <a:latin typeface="Montserrat"/>
                <a:ea typeface="Montserrat"/>
                <a:cs typeface="Montserrat"/>
                <a:sym typeface="Montserrat"/>
              </a:rPr>
              <a:t>Responsable qualité</a:t>
            </a:r>
          </a:p>
          <a:p>
            <a:pPr marL="158750" lvl="0" indent="0" algn="l" rtl="0">
              <a:spcBef>
                <a:spcPts val="200"/>
              </a:spcBef>
              <a:spcAft>
                <a:spcPts val="200"/>
              </a:spcAft>
              <a:buClr>
                <a:schemeClr val="dk1"/>
              </a:buClr>
              <a:buSzPts val="1100"/>
              <a:buNone/>
            </a:pPr>
            <a:endParaRPr lang="fr" sz="1100" dirty="0">
              <a:solidFill>
                <a:schemeClr val="dk1"/>
              </a:solidFill>
              <a:latin typeface="Montserrat"/>
              <a:ea typeface="Montserrat"/>
              <a:cs typeface="Montserrat"/>
              <a:sym typeface="Montserrat"/>
            </a:endParaRPr>
          </a:p>
        </p:txBody>
      </p:sp>
      <p:sp>
        <p:nvSpPr>
          <p:cNvPr id="154" name="Google Shape;154;p18"/>
          <p:cNvSpPr/>
          <p:nvPr/>
        </p:nvSpPr>
        <p:spPr>
          <a:xfrm>
            <a:off x="3882326" y="4420258"/>
            <a:ext cx="4485600" cy="572700"/>
          </a:xfrm>
          <a:prstGeom prst="roundRect">
            <a:avLst>
              <a:gd name="adj" fmla="val 16667"/>
            </a:avLst>
          </a:prstGeom>
          <a:solidFill>
            <a:srgbClr val="C9EF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Montserrat Medium"/>
              <a:ea typeface="Montserrat Medium"/>
              <a:cs typeface="Montserrat Medium"/>
              <a:sym typeface="Montserrat Medium"/>
            </a:endParaRPr>
          </a:p>
        </p:txBody>
      </p:sp>
      <p:sp>
        <p:nvSpPr>
          <p:cNvPr id="155" name="Google Shape;155;p18"/>
          <p:cNvSpPr txBox="1">
            <a:spLocks noGrp="1"/>
          </p:cNvSpPr>
          <p:nvPr>
            <p:ph type="body" idx="1"/>
          </p:nvPr>
        </p:nvSpPr>
        <p:spPr>
          <a:xfrm>
            <a:off x="3918400" y="4357045"/>
            <a:ext cx="4299499" cy="699125"/>
          </a:xfrm>
          <a:prstGeom prst="rect">
            <a:avLst/>
          </a:prstGeom>
        </p:spPr>
        <p:txBody>
          <a:bodyPr spcFirstLastPara="1" wrap="square" lIns="91425" tIns="91425" rIns="91425" bIns="91425" anchor="ctr" anchorCtr="0">
            <a:noAutofit/>
          </a:bodyPr>
          <a:lstStyle/>
          <a:p>
            <a:pPr marL="0" lvl="0" indent="0" algn="l" rtl="0">
              <a:spcBef>
                <a:spcPts val="500"/>
              </a:spcBef>
              <a:spcAft>
                <a:spcPts val="0"/>
              </a:spcAft>
              <a:buNone/>
            </a:pPr>
            <a:r>
              <a:rPr lang="fr" sz="1000" b="1" dirty="0">
                <a:solidFill>
                  <a:srgbClr val="000000"/>
                </a:solidFill>
                <a:highlight>
                  <a:srgbClr val="FFFFFF"/>
                </a:highlight>
                <a:latin typeface="Montserrat"/>
                <a:ea typeface="Montserrat"/>
                <a:cs typeface="Montserrat"/>
                <a:sym typeface="Montserrat"/>
              </a:rPr>
              <a:t>N.B.</a:t>
            </a:r>
            <a:r>
              <a:rPr lang="fr" sz="1000" b="1" dirty="0">
                <a:solidFill>
                  <a:srgbClr val="000000"/>
                </a:solidFill>
                <a:latin typeface="Montserrat"/>
                <a:ea typeface="Montserrat"/>
                <a:cs typeface="Montserrat"/>
                <a:sym typeface="Montserrat"/>
              </a:rPr>
              <a:t> </a:t>
            </a:r>
            <a:r>
              <a:rPr lang="fr" sz="1000" dirty="0">
                <a:solidFill>
                  <a:srgbClr val="000000"/>
                </a:solidFill>
                <a:latin typeface="Montserrat"/>
                <a:ea typeface="Montserrat"/>
                <a:cs typeface="Montserrat"/>
                <a:sym typeface="Montserrat"/>
              </a:rPr>
              <a:t>Une cantine peut avoir plusieurs “gestionnaires” qui peuvent modifier différentes parties du “diagnostic” de la cantine</a:t>
            </a:r>
            <a:endParaRPr sz="1000" dirty="0">
              <a:solidFill>
                <a:srgbClr val="000000"/>
              </a:solidFill>
              <a:latin typeface="Montserrat"/>
              <a:ea typeface="Montserrat"/>
              <a:cs typeface="Montserrat"/>
              <a:sym typeface="Montserrat"/>
            </a:endParaRPr>
          </a:p>
        </p:txBody>
      </p:sp>
      <p:sp>
        <p:nvSpPr>
          <p:cNvPr id="156" name="Google Shape;156;p18"/>
          <p:cNvSpPr txBox="1">
            <a:spLocks noGrp="1"/>
          </p:cNvSpPr>
          <p:nvPr>
            <p:ph type="sldNum" idx="12"/>
          </p:nvPr>
        </p:nvSpPr>
        <p:spPr>
          <a:xfrm>
            <a:off x="8915400" y="4929303"/>
            <a:ext cx="228600" cy="21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fr" sz="700" i="0" u="none" strike="noStrike" cap="none">
                <a:solidFill>
                  <a:schemeClr val="dk2"/>
                </a:solidFill>
                <a:latin typeface="Montserrat Light"/>
                <a:ea typeface="Montserrat Light"/>
                <a:cs typeface="Montserrat Light"/>
                <a:sym typeface="Montserrat Light"/>
              </a:rPr>
              <a:t>6</a:t>
            </a:fld>
            <a:endParaRPr sz="700" i="0" u="none" strike="noStrike" cap="none">
              <a:solidFill>
                <a:schemeClr val="dk2"/>
              </a:solidFill>
              <a:latin typeface="Montserrat Light"/>
              <a:ea typeface="Montserrat Light"/>
              <a:cs typeface="Montserrat Light"/>
              <a:sym typeface="Montserrat Light"/>
            </a:endParaRPr>
          </a:p>
        </p:txBody>
      </p:sp>
      <p:cxnSp>
        <p:nvCxnSpPr>
          <p:cNvPr id="157" name="Google Shape;157;p18"/>
          <p:cNvCxnSpPr/>
          <p:nvPr/>
        </p:nvCxnSpPr>
        <p:spPr>
          <a:xfrm>
            <a:off x="3518775" y="1549300"/>
            <a:ext cx="0" cy="3295800"/>
          </a:xfrm>
          <a:prstGeom prst="straightConnector1">
            <a:avLst/>
          </a:prstGeom>
          <a:noFill/>
          <a:ln w="9525" cap="flat" cmpd="sng">
            <a:solidFill>
              <a:schemeClr val="dk2"/>
            </a:solidFill>
            <a:prstDash val="dot"/>
            <a:round/>
            <a:headEnd type="none" w="med" len="med"/>
            <a:tailEnd type="none" w="med" len="med"/>
          </a:ln>
        </p:spPr>
      </p:cxnSp>
      <p:sp>
        <p:nvSpPr>
          <p:cNvPr id="158" name="Google Shape;158;p18"/>
          <p:cNvSpPr txBox="1"/>
          <p:nvPr/>
        </p:nvSpPr>
        <p:spPr>
          <a:xfrm>
            <a:off x="164525" y="1278150"/>
            <a:ext cx="7237800" cy="33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a:solidFill>
                  <a:schemeClr val="dk2"/>
                </a:solidFill>
                <a:latin typeface="Montserrat Medium"/>
                <a:ea typeface="Montserrat Medium"/>
                <a:cs typeface="Montserrat Medium"/>
                <a:sym typeface="Montserrat Medium"/>
              </a:rPr>
              <a:t>Depuis 2024, toutes les restaurations collectives sont concernées </a:t>
            </a:r>
            <a:endParaRPr>
              <a:solidFill>
                <a:schemeClr val="dk2"/>
              </a:solidFill>
              <a:latin typeface="Montserrat Medium"/>
              <a:ea typeface="Montserrat Medium"/>
              <a:cs typeface="Montserrat Medium"/>
              <a:sym typeface="Montserrat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9"/>
          <p:cNvSpPr/>
          <p:nvPr/>
        </p:nvSpPr>
        <p:spPr>
          <a:xfrm>
            <a:off x="312150" y="3668700"/>
            <a:ext cx="8519700" cy="1030800"/>
          </a:xfrm>
          <a:prstGeom prst="roundRect">
            <a:avLst>
              <a:gd name="adj" fmla="val 30272"/>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164" name="Google Shape;164;p19"/>
          <p:cNvSpPr/>
          <p:nvPr/>
        </p:nvSpPr>
        <p:spPr>
          <a:xfrm>
            <a:off x="538026" y="2325073"/>
            <a:ext cx="243000" cy="243000"/>
          </a:xfrm>
          <a:prstGeom prst="ellipse">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165" name="Google Shape;165;p19"/>
          <p:cNvSpPr txBox="1">
            <a:spLocks noGrp="1"/>
          </p:cNvSpPr>
          <p:nvPr>
            <p:ph type="title"/>
          </p:nvPr>
        </p:nvSpPr>
        <p:spPr>
          <a:xfrm>
            <a:off x="225600" y="125625"/>
            <a:ext cx="8692800" cy="8034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fr"/>
              <a:t>La gestion concédée</a:t>
            </a:r>
            <a:endParaRPr/>
          </a:p>
        </p:txBody>
      </p:sp>
      <p:sp>
        <p:nvSpPr>
          <p:cNvPr id="166" name="Google Shape;166;p19"/>
          <p:cNvSpPr txBox="1">
            <a:spLocks noGrp="1"/>
          </p:cNvSpPr>
          <p:nvPr>
            <p:ph type="body" idx="1"/>
          </p:nvPr>
        </p:nvSpPr>
        <p:spPr>
          <a:xfrm>
            <a:off x="275150" y="1017600"/>
            <a:ext cx="7226400" cy="121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fr" sz="1200" b="1" dirty="0">
                <a:solidFill>
                  <a:schemeClr val="dk1"/>
                </a:solidFill>
                <a:latin typeface="Montserrat"/>
                <a:ea typeface="Montserrat"/>
                <a:cs typeface="Montserrat"/>
                <a:sym typeface="Montserrat"/>
              </a:rPr>
              <a:t>Rappel : </a:t>
            </a:r>
            <a:r>
              <a:rPr lang="fr" sz="1200" dirty="0">
                <a:solidFill>
                  <a:schemeClr val="dk1"/>
                </a:solidFill>
              </a:rPr>
              <a:t>Dans le cas d’une gestion déléguée / concédée, si le donneur d’ordre n’a pas toutes les informations requises pour transmettre les données d’achat de ses cantines dans ma cantine, alors :</a:t>
            </a:r>
            <a:endParaRPr sz="1200" dirty="0">
              <a:solidFill>
                <a:schemeClr val="dk1"/>
              </a:solidFill>
            </a:endParaRPr>
          </a:p>
          <a:p>
            <a:pPr marL="0" lvl="0" indent="0" algn="l" rtl="0">
              <a:spcBef>
                <a:spcPts val="0"/>
              </a:spcBef>
              <a:spcAft>
                <a:spcPts val="0"/>
              </a:spcAft>
              <a:buNone/>
            </a:pPr>
            <a:endParaRPr sz="1200" dirty="0">
              <a:solidFill>
                <a:schemeClr val="dk1"/>
              </a:solidFill>
            </a:endParaRPr>
          </a:p>
          <a:p>
            <a:pPr marL="0" lvl="0" indent="0" algn="l" rtl="0">
              <a:spcBef>
                <a:spcPts val="0"/>
              </a:spcBef>
              <a:spcAft>
                <a:spcPts val="0"/>
              </a:spcAft>
              <a:buNone/>
            </a:pPr>
            <a:r>
              <a:rPr lang="fr" sz="1200" u="sng" dirty="0">
                <a:solidFill>
                  <a:schemeClr val="dk1"/>
                </a:solidFill>
              </a:rPr>
              <a:t>2 options possibles: </a:t>
            </a:r>
            <a:endParaRPr sz="1200" u="sng" dirty="0">
              <a:solidFill>
                <a:schemeClr val="dk1"/>
              </a:solidFill>
            </a:endParaRPr>
          </a:p>
        </p:txBody>
      </p:sp>
      <p:sp>
        <p:nvSpPr>
          <p:cNvPr id="167" name="Google Shape;167;p19"/>
          <p:cNvSpPr txBox="1">
            <a:spLocks noGrp="1"/>
          </p:cNvSpPr>
          <p:nvPr>
            <p:ph type="sldNum" idx="12"/>
          </p:nvPr>
        </p:nvSpPr>
        <p:spPr>
          <a:xfrm>
            <a:off x="8915400" y="4929303"/>
            <a:ext cx="228600" cy="2142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00000"/>
              </a:buClr>
              <a:buSzPts val="1000"/>
              <a:buFont typeface="Arial"/>
              <a:buNone/>
            </a:pPr>
            <a:fld id="{00000000-1234-1234-1234-123412341234}" type="slidenum">
              <a:rPr lang="fr"/>
              <a:t>7</a:t>
            </a:fld>
            <a:endParaRPr/>
          </a:p>
        </p:txBody>
      </p:sp>
      <p:sp>
        <p:nvSpPr>
          <p:cNvPr id="168" name="Google Shape;168;p19"/>
          <p:cNvSpPr txBox="1">
            <a:spLocks noGrp="1"/>
          </p:cNvSpPr>
          <p:nvPr>
            <p:ph type="body" idx="1"/>
          </p:nvPr>
        </p:nvSpPr>
        <p:spPr>
          <a:xfrm>
            <a:off x="425013" y="2217750"/>
            <a:ext cx="4065300" cy="7434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fr" sz="1100" dirty="0"/>
              <a:t>Demander les informations à son prestataire et les renseigner dans son espace “ma cantine” après s’être crée un compte</a:t>
            </a:r>
            <a:endParaRPr sz="1100" dirty="0"/>
          </a:p>
        </p:txBody>
      </p:sp>
      <p:sp>
        <p:nvSpPr>
          <p:cNvPr id="169" name="Google Shape;169;p19"/>
          <p:cNvSpPr txBox="1"/>
          <p:nvPr/>
        </p:nvSpPr>
        <p:spPr>
          <a:xfrm>
            <a:off x="425025" y="3761250"/>
            <a:ext cx="7848000" cy="938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fr" sz="1100">
                <a:solidFill>
                  <a:schemeClr val="dk1"/>
                </a:solidFill>
                <a:highlight>
                  <a:srgbClr val="FFFFFF"/>
                </a:highlight>
                <a:latin typeface="Montserrat"/>
                <a:ea typeface="Montserrat"/>
                <a:cs typeface="Montserrat"/>
                <a:sym typeface="Montserrat"/>
              </a:rPr>
              <a:t>Cette obligation de transmission d’information peut être reportée dans le contrat qui lie le donneur d’ordre et son prestataire. Une convention de délégation pour la déclaration de ces éléments peut être établie entre le donneur d'ordre et le délégataire. Un modèle de convention est proposé dans</a:t>
            </a:r>
            <a:r>
              <a:rPr lang="fr" sz="1100">
                <a:solidFill>
                  <a:schemeClr val="dk1"/>
                </a:solidFill>
                <a:highlight>
                  <a:srgbClr val="FFFFFF"/>
                </a:highlight>
                <a:uFill>
                  <a:noFill/>
                </a:u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 </a:t>
            </a:r>
            <a:r>
              <a:rPr lang="fr" sz="1100" u="sng">
                <a:solidFill>
                  <a:schemeClr val="hlink"/>
                </a:solidFill>
                <a:highlight>
                  <a:srgbClr val="FFFFFF"/>
                </a:highlight>
                <a:latin typeface="Montserrat"/>
                <a:ea typeface="Montserrat"/>
                <a:cs typeface="Montserrat"/>
                <a:sym typeface="Montserrat"/>
                <a:hlinkClick r:id="rId3"/>
              </a:rPr>
              <a:t>la documentation de « ma cantine »</a:t>
            </a:r>
            <a:r>
              <a:rPr lang="fr" sz="1100" u="sng">
                <a:solidFill>
                  <a:schemeClr val="hlink"/>
                </a:solidFill>
                <a:highlight>
                  <a:srgbClr val="FFFFFF"/>
                </a:highlight>
                <a:latin typeface="Montserrat"/>
                <a:ea typeface="Montserrat"/>
                <a:cs typeface="Montserrat"/>
                <a:sym typeface="Montserrat"/>
              </a:rPr>
              <a:t> </a:t>
            </a:r>
            <a:r>
              <a:rPr lang="fr" sz="1100">
                <a:solidFill>
                  <a:schemeClr val="dk1"/>
                </a:solidFill>
                <a:highlight>
                  <a:srgbClr val="FFFFFF"/>
                </a:highlight>
                <a:latin typeface="Montserrat"/>
                <a:ea typeface="Montserrat"/>
                <a:cs typeface="Montserrat"/>
                <a:sym typeface="Montserrat"/>
              </a:rPr>
              <a:t>.</a:t>
            </a:r>
            <a:endParaRPr sz="1000">
              <a:latin typeface="Montserrat"/>
              <a:ea typeface="Montserrat"/>
              <a:cs typeface="Montserrat"/>
              <a:sym typeface="Montserrat"/>
            </a:endParaRPr>
          </a:p>
        </p:txBody>
      </p:sp>
      <p:pic>
        <p:nvPicPr>
          <p:cNvPr id="170" name="Google Shape;170;p19"/>
          <p:cNvPicPr preferRelativeResize="0"/>
          <p:nvPr/>
        </p:nvPicPr>
        <p:blipFill>
          <a:blip r:embed="rId4">
            <a:alphaModFix/>
          </a:blip>
          <a:stretch>
            <a:fillRect/>
          </a:stretch>
        </p:blipFill>
        <p:spPr>
          <a:xfrm>
            <a:off x="545232" y="3532651"/>
            <a:ext cx="228600" cy="228600"/>
          </a:xfrm>
          <a:prstGeom prst="rect">
            <a:avLst/>
          </a:prstGeom>
          <a:noFill/>
          <a:ln>
            <a:noFill/>
          </a:ln>
        </p:spPr>
      </p:pic>
      <p:pic>
        <p:nvPicPr>
          <p:cNvPr id="171" name="Google Shape;171;p19"/>
          <p:cNvPicPr preferRelativeResize="0"/>
          <p:nvPr/>
        </p:nvPicPr>
        <p:blipFill>
          <a:blip r:embed="rId5">
            <a:alphaModFix amt="60000"/>
          </a:blip>
          <a:stretch>
            <a:fillRect/>
          </a:stretch>
        </p:blipFill>
        <p:spPr>
          <a:xfrm>
            <a:off x="143938" y="2343158"/>
            <a:ext cx="228600" cy="228600"/>
          </a:xfrm>
          <a:prstGeom prst="rect">
            <a:avLst/>
          </a:prstGeom>
          <a:noFill/>
          <a:ln>
            <a:noFill/>
          </a:ln>
        </p:spPr>
      </p:pic>
      <p:sp>
        <p:nvSpPr>
          <p:cNvPr id="172" name="Google Shape;172;p19"/>
          <p:cNvSpPr/>
          <p:nvPr/>
        </p:nvSpPr>
        <p:spPr>
          <a:xfrm>
            <a:off x="4936876" y="2439373"/>
            <a:ext cx="243000" cy="243000"/>
          </a:xfrm>
          <a:prstGeom prst="ellipse">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173" name="Google Shape;173;p19"/>
          <p:cNvSpPr txBox="1">
            <a:spLocks noGrp="1"/>
          </p:cNvSpPr>
          <p:nvPr>
            <p:ph type="body" idx="1"/>
          </p:nvPr>
        </p:nvSpPr>
        <p:spPr>
          <a:xfrm>
            <a:off x="5078688" y="2217750"/>
            <a:ext cx="4065300" cy="9381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fr" sz="1100" dirty="0"/>
              <a:t>Autoriser le prestataire à les saisir lui-même lors du bilan. Dans ce cas, le prestataire doit aussi créer un compte dans </a:t>
            </a:r>
            <a:r>
              <a:rPr lang="fr" sz="1100" i="1" dirty="0"/>
              <a:t>ma cantine</a:t>
            </a:r>
            <a:r>
              <a:rPr lang="fr" sz="1100" dirty="0"/>
              <a:t>, il doit être ajouté comme </a:t>
            </a:r>
            <a:r>
              <a:rPr lang="fr" sz="1100" dirty="0" err="1"/>
              <a:t>co-gestionnaire</a:t>
            </a:r>
            <a:r>
              <a:rPr lang="fr" sz="1100" dirty="0"/>
              <a:t> de l’établissement.</a:t>
            </a:r>
            <a:endParaRPr sz="1100" dirty="0"/>
          </a:p>
        </p:txBody>
      </p:sp>
      <p:pic>
        <p:nvPicPr>
          <p:cNvPr id="174" name="Google Shape;174;p19"/>
          <p:cNvPicPr preferRelativeResize="0"/>
          <p:nvPr/>
        </p:nvPicPr>
        <p:blipFill>
          <a:blip r:embed="rId5">
            <a:alphaModFix amt="60000"/>
          </a:blip>
          <a:stretch>
            <a:fillRect/>
          </a:stretch>
        </p:blipFill>
        <p:spPr>
          <a:xfrm>
            <a:off x="4850100" y="2343158"/>
            <a:ext cx="228600" cy="228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1"/>
          <p:cNvSpPr/>
          <p:nvPr/>
        </p:nvSpPr>
        <p:spPr>
          <a:xfrm>
            <a:off x="415800" y="1981600"/>
            <a:ext cx="2690400" cy="489600"/>
          </a:xfrm>
          <a:prstGeom prst="round2SameRect">
            <a:avLst>
              <a:gd name="adj1" fmla="val 26083"/>
              <a:gd name="adj2" fmla="val 0"/>
            </a:avLst>
          </a:prstGeom>
          <a:solidFill>
            <a:srgbClr val="F0F0FF"/>
          </a:solidFill>
          <a:ln w="9525" cap="flat" cmpd="sng">
            <a:solidFill>
              <a:srgbClr val="F0F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201" name="Google Shape;201;p21"/>
          <p:cNvSpPr/>
          <p:nvPr/>
        </p:nvSpPr>
        <p:spPr>
          <a:xfrm>
            <a:off x="3259050" y="1981600"/>
            <a:ext cx="2690400" cy="489600"/>
          </a:xfrm>
          <a:prstGeom prst="round2SameRect">
            <a:avLst>
              <a:gd name="adj1" fmla="val 26083"/>
              <a:gd name="adj2" fmla="val 0"/>
            </a:avLst>
          </a:prstGeom>
          <a:solidFill>
            <a:srgbClr val="F0F0FF"/>
          </a:solidFill>
          <a:ln w="9525" cap="flat" cmpd="sng">
            <a:solidFill>
              <a:srgbClr val="F0F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202" name="Google Shape;202;p21"/>
          <p:cNvSpPr/>
          <p:nvPr/>
        </p:nvSpPr>
        <p:spPr>
          <a:xfrm>
            <a:off x="6102300" y="1981600"/>
            <a:ext cx="2820000" cy="489600"/>
          </a:xfrm>
          <a:prstGeom prst="round2SameRect">
            <a:avLst>
              <a:gd name="adj1" fmla="val 29177"/>
              <a:gd name="adj2" fmla="val 0"/>
            </a:avLst>
          </a:prstGeom>
          <a:solidFill>
            <a:srgbClr val="F0F0FF"/>
          </a:solidFill>
          <a:ln w="9525" cap="flat" cmpd="sng">
            <a:solidFill>
              <a:srgbClr val="F0F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203" name="Google Shape;203;p21"/>
          <p:cNvSpPr/>
          <p:nvPr/>
        </p:nvSpPr>
        <p:spPr>
          <a:xfrm>
            <a:off x="415800" y="1981600"/>
            <a:ext cx="2690400" cy="2195700"/>
          </a:xfrm>
          <a:prstGeom prst="roundRect">
            <a:avLst>
              <a:gd name="adj" fmla="val 6974"/>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204" name="Google Shape;204;p21"/>
          <p:cNvSpPr/>
          <p:nvPr/>
        </p:nvSpPr>
        <p:spPr>
          <a:xfrm>
            <a:off x="6102300" y="1981600"/>
            <a:ext cx="2820000" cy="2195700"/>
          </a:xfrm>
          <a:prstGeom prst="roundRect">
            <a:avLst>
              <a:gd name="adj" fmla="val 6974"/>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205" name="Google Shape;205;p21"/>
          <p:cNvSpPr/>
          <p:nvPr/>
        </p:nvSpPr>
        <p:spPr>
          <a:xfrm>
            <a:off x="3259050" y="1981600"/>
            <a:ext cx="2690400" cy="2195700"/>
          </a:xfrm>
          <a:prstGeom prst="roundRect">
            <a:avLst>
              <a:gd name="adj" fmla="val 6974"/>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206" name="Google Shape;206;p21"/>
          <p:cNvSpPr txBox="1">
            <a:spLocks noGrp="1"/>
          </p:cNvSpPr>
          <p:nvPr>
            <p:ph type="title"/>
          </p:nvPr>
        </p:nvSpPr>
        <p:spPr>
          <a:xfrm>
            <a:off x="222650" y="214200"/>
            <a:ext cx="8692800" cy="80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a:t>Campagne de télédéclaration des données d’achats 2024 </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07" name="Google Shape;207;p21"/>
          <p:cNvSpPr txBox="1">
            <a:spLocks noGrp="1"/>
          </p:cNvSpPr>
          <p:nvPr>
            <p:ph type="sldNum" idx="12"/>
          </p:nvPr>
        </p:nvSpPr>
        <p:spPr>
          <a:xfrm>
            <a:off x="8915400" y="4929303"/>
            <a:ext cx="228600" cy="2142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00000"/>
              </a:buClr>
              <a:buSzPts val="1000"/>
              <a:buFont typeface="Arial"/>
              <a:buNone/>
            </a:pPr>
            <a:fld id="{00000000-1234-1234-1234-123412341234}" type="slidenum">
              <a:rPr lang="fr"/>
              <a:t>8</a:t>
            </a:fld>
            <a:endParaRPr/>
          </a:p>
        </p:txBody>
      </p:sp>
      <p:sp>
        <p:nvSpPr>
          <p:cNvPr id="208" name="Google Shape;208;p21"/>
          <p:cNvSpPr txBox="1">
            <a:spLocks noGrp="1"/>
          </p:cNvSpPr>
          <p:nvPr>
            <p:ph type="body" idx="1"/>
          </p:nvPr>
        </p:nvSpPr>
        <p:spPr>
          <a:xfrm>
            <a:off x="800100" y="2082250"/>
            <a:ext cx="2184900" cy="33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 sz="1100" b="1">
                <a:solidFill>
                  <a:schemeClr val="accent2"/>
                </a:solidFill>
                <a:latin typeface="Montserrat"/>
                <a:ea typeface="Montserrat"/>
                <a:cs typeface="Montserrat"/>
                <a:sym typeface="Montserrat"/>
              </a:rPr>
              <a:t>Calendrier de la campagne </a:t>
            </a:r>
            <a:endParaRPr sz="1100" b="1">
              <a:solidFill>
                <a:schemeClr val="accent2"/>
              </a:solidFill>
              <a:latin typeface="Montserrat"/>
              <a:ea typeface="Montserrat"/>
              <a:cs typeface="Montserrat"/>
              <a:sym typeface="Montserrat"/>
            </a:endParaRPr>
          </a:p>
        </p:txBody>
      </p:sp>
      <p:sp>
        <p:nvSpPr>
          <p:cNvPr id="209" name="Google Shape;209;p21"/>
          <p:cNvSpPr txBox="1">
            <a:spLocks noGrp="1"/>
          </p:cNvSpPr>
          <p:nvPr>
            <p:ph type="body" idx="1"/>
          </p:nvPr>
        </p:nvSpPr>
        <p:spPr>
          <a:xfrm>
            <a:off x="786150" y="2757056"/>
            <a:ext cx="1949700" cy="3387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fr" sz="1000" b="1">
                <a:solidFill>
                  <a:schemeClr val="dk1"/>
                </a:solidFill>
                <a:latin typeface="Montserrat"/>
                <a:ea typeface="Montserrat"/>
                <a:cs typeface="Montserrat"/>
                <a:sym typeface="Montserrat"/>
              </a:rPr>
              <a:t>7 janvier au 31 mars 2025</a:t>
            </a:r>
            <a:endParaRPr sz="1000" b="1">
              <a:solidFill>
                <a:schemeClr val="dk1"/>
              </a:solidFill>
              <a:latin typeface="Montserrat"/>
              <a:ea typeface="Montserrat"/>
              <a:cs typeface="Montserrat"/>
              <a:sym typeface="Montserrat"/>
            </a:endParaRPr>
          </a:p>
        </p:txBody>
      </p:sp>
      <p:pic>
        <p:nvPicPr>
          <p:cNvPr id="210" name="Google Shape;210;p21"/>
          <p:cNvPicPr preferRelativeResize="0"/>
          <p:nvPr/>
        </p:nvPicPr>
        <p:blipFill>
          <a:blip r:embed="rId3">
            <a:alphaModFix/>
          </a:blip>
          <a:stretch>
            <a:fillRect/>
          </a:stretch>
        </p:blipFill>
        <p:spPr>
          <a:xfrm>
            <a:off x="571499" y="2137302"/>
            <a:ext cx="228594" cy="228594"/>
          </a:xfrm>
          <a:prstGeom prst="rect">
            <a:avLst/>
          </a:prstGeom>
          <a:noFill/>
          <a:ln>
            <a:noFill/>
          </a:ln>
        </p:spPr>
      </p:pic>
      <p:pic>
        <p:nvPicPr>
          <p:cNvPr id="211" name="Google Shape;211;p21"/>
          <p:cNvPicPr preferRelativeResize="0"/>
          <p:nvPr/>
        </p:nvPicPr>
        <p:blipFill>
          <a:blip r:embed="rId4">
            <a:alphaModFix/>
          </a:blip>
          <a:stretch>
            <a:fillRect/>
          </a:stretch>
        </p:blipFill>
        <p:spPr>
          <a:xfrm>
            <a:off x="3414739" y="2137305"/>
            <a:ext cx="228594" cy="228594"/>
          </a:xfrm>
          <a:prstGeom prst="rect">
            <a:avLst/>
          </a:prstGeom>
          <a:noFill/>
          <a:ln>
            <a:noFill/>
          </a:ln>
        </p:spPr>
      </p:pic>
      <p:sp>
        <p:nvSpPr>
          <p:cNvPr id="212" name="Google Shape;212;p21"/>
          <p:cNvSpPr txBox="1">
            <a:spLocks noGrp="1"/>
          </p:cNvSpPr>
          <p:nvPr>
            <p:ph type="body" idx="1"/>
          </p:nvPr>
        </p:nvSpPr>
        <p:spPr>
          <a:xfrm>
            <a:off x="3654688" y="2082250"/>
            <a:ext cx="2114700" cy="33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 sz="1100" b="1">
                <a:solidFill>
                  <a:schemeClr val="accent2"/>
                </a:solidFill>
                <a:latin typeface="Montserrat"/>
                <a:ea typeface="Montserrat"/>
                <a:cs typeface="Montserrat"/>
                <a:sym typeface="Montserrat"/>
              </a:rPr>
              <a:t>Comment participer ?</a:t>
            </a:r>
            <a:endParaRPr sz="1100" b="1">
              <a:solidFill>
                <a:schemeClr val="accent2"/>
              </a:solidFill>
              <a:latin typeface="Montserrat"/>
              <a:ea typeface="Montserrat"/>
              <a:cs typeface="Montserrat"/>
              <a:sym typeface="Montserrat"/>
            </a:endParaRPr>
          </a:p>
        </p:txBody>
      </p:sp>
      <p:sp>
        <p:nvSpPr>
          <p:cNvPr id="213" name="Google Shape;213;p21"/>
          <p:cNvSpPr txBox="1">
            <a:spLocks noGrp="1"/>
          </p:cNvSpPr>
          <p:nvPr>
            <p:ph type="body" idx="1"/>
          </p:nvPr>
        </p:nvSpPr>
        <p:spPr>
          <a:xfrm>
            <a:off x="3414750" y="2554406"/>
            <a:ext cx="2354700" cy="1554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fr" sz="1000">
                <a:solidFill>
                  <a:schemeClr val="dk1"/>
                </a:solidFill>
              </a:rPr>
              <a:t>• Créer un compte sur </a:t>
            </a:r>
            <a:r>
              <a:rPr lang="fr" sz="1000" u="sng">
                <a:solidFill>
                  <a:schemeClr val="dk1"/>
                </a:solidFill>
                <a:latin typeface="Montserrat SemiBold"/>
                <a:ea typeface="Montserrat SemiBold"/>
                <a:cs typeface="Montserrat SemiBold"/>
                <a:sym typeface="Montserrat SemiBold"/>
              </a:rPr>
              <a:t>ma-cantine.agriculture.gouv.fr</a:t>
            </a:r>
            <a:endParaRPr sz="1000" u="sng">
              <a:solidFill>
                <a:schemeClr val="dk1"/>
              </a:solidFill>
              <a:latin typeface="Montserrat SemiBold"/>
              <a:ea typeface="Montserrat SemiBold"/>
              <a:cs typeface="Montserrat SemiBold"/>
              <a:sym typeface="Montserrat SemiBold"/>
            </a:endParaRPr>
          </a:p>
          <a:p>
            <a:pPr marL="0" lvl="0" indent="0" algn="l" rtl="0">
              <a:spcBef>
                <a:spcPts val="400"/>
              </a:spcBef>
              <a:spcAft>
                <a:spcPts val="0"/>
              </a:spcAft>
              <a:buNone/>
            </a:pPr>
            <a:r>
              <a:rPr lang="fr" sz="1000">
                <a:solidFill>
                  <a:schemeClr val="dk1"/>
                </a:solidFill>
              </a:rPr>
              <a:t>• Créer votre cantine avec son numéro SIRET</a:t>
            </a:r>
            <a:endParaRPr sz="1000">
              <a:solidFill>
                <a:schemeClr val="dk1"/>
              </a:solidFill>
            </a:endParaRPr>
          </a:p>
          <a:p>
            <a:pPr marL="0" lvl="0" indent="0" algn="l" rtl="0">
              <a:spcBef>
                <a:spcPts val="400"/>
              </a:spcBef>
              <a:spcAft>
                <a:spcPts val="0"/>
              </a:spcAft>
              <a:buNone/>
            </a:pPr>
            <a:r>
              <a:rPr lang="fr" sz="1000">
                <a:solidFill>
                  <a:schemeClr val="dk1"/>
                </a:solidFill>
              </a:rPr>
              <a:t>• Créer votre bilan pour l’année 2024</a:t>
            </a:r>
            <a:endParaRPr sz="1000">
              <a:solidFill>
                <a:schemeClr val="dk1"/>
              </a:solidFill>
            </a:endParaRPr>
          </a:p>
          <a:p>
            <a:pPr marL="0" lvl="0" indent="0" algn="l" rtl="0">
              <a:spcBef>
                <a:spcPts val="400"/>
              </a:spcBef>
              <a:spcAft>
                <a:spcPts val="400"/>
              </a:spcAft>
              <a:buNone/>
            </a:pPr>
            <a:r>
              <a:rPr lang="fr" sz="1000">
                <a:solidFill>
                  <a:schemeClr val="dk1"/>
                </a:solidFill>
              </a:rPr>
              <a:t>• Télédéclarer</a:t>
            </a:r>
            <a:endParaRPr sz="1000">
              <a:solidFill>
                <a:schemeClr val="dk1"/>
              </a:solidFill>
            </a:endParaRPr>
          </a:p>
        </p:txBody>
      </p:sp>
      <p:pic>
        <p:nvPicPr>
          <p:cNvPr id="214" name="Google Shape;214;p21"/>
          <p:cNvPicPr preferRelativeResize="0"/>
          <p:nvPr/>
        </p:nvPicPr>
        <p:blipFill>
          <a:blip r:embed="rId5">
            <a:alphaModFix/>
          </a:blip>
          <a:stretch>
            <a:fillRect/>
          </a:stretch>
        </p:blipFill>
        <p:spPr>
          <a:xfrm>
            <a:off x="6257968" y="2137298"/>
            <a:ext cx="228600" cy="228601"/>
          </a:xfrm>
          <a:prstGeom prst="rect">
            <a:avLst/>
          </a:prstGeom>
          <a:noFill/>
          <a:ln>
            <a:noFill/>
          </a:ln>
        </p:spPr>
      </p:pic>
      <p:sp>
        <p:nvSpPr>
          <p:cNvPr id="215" name="Google Shape;215;p21"/>
          <p:cNvSpPr txBox="1">
            <a:spLocks noGrp="1"/>
          </p:cNvSpPr>
          <p:nvPr>
            <p:ph type="body" idx="1"/>
          </p:nvPr>
        </p:nvSpPr>
        <p:spPr>
          <a:xfrm>
            <a:off x="6486575" y="2082250"/>
            <a:ext cx="2512500" cy="33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 sz="1100" b="1">
                <a:solidFill>
                  <a:schemeClr val="accent2"/>
                </a:solidFill>
                <a:latin typeface="Montserrat"/>
                <a:ea typeface="Montserrat"/>
                <a:cs typeface="Montserrat"/>
                <a:sym typeface="Montserrat"/>
              </a:rPr>
              <a:t>Combien de temps prévoir ?</a:t>
            </a:r>
            <a:endParaRPr sz="1100" b="1">
              <a:solidFill>
                <a:schemeClr val="accent2"/>
              </a:solidFill>
              <a:latin typeface="Montserrat"/>
              <a:ea typeface="Montserrat"/>
              <a:cs typeface="Montserrat"/>
              <a:sym typeface="Montserrat"/>
            </a:endParaRPr>
          </a:p>
        </p:txBody>
      </p:sp>
      <p:sp>
        <p:nvSpPr>
          <p:cNvPr id="216" name="Google Shape;216;p21"/>
          <p:cNvSpPr txBox="1">
            <a:spLocks noGrp="1"/>
          </p:cNvSpPr>
          <p:nvPr>
            <p:ph type="body" idx="1"/>
          </p:nvPr>
        </p:nvSpPr>
        <p:spPr>
          <a:xfrm>
            <a:off x="6257975" y="2554406"/>
            <a:ext cx="2452200" cy="7440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fr" sz="1000">
                <a:solidFill>
                  <a:schemeClr val="dk1"/>
                </a:solidFill>
              </a:rPr>
              <a:t>entre 10 min et 1 jour</a:t>
            </a:r>
            <a:endParaRPr sz="1000">
              <a:solidFill>
                <a:schemeClr val="dk1"/>
              </a:solidFill>
            </a:endParaRPr>
          </a:p>
          <a:p>
            <a:pPr marL="0" lvl="0" indent="0" algn="l" rtl="0">
              <a:spcBef>
                <a:spcPts val="400"/>
              </a:spcBef>
              <a:spcAft>
                <a:spcPts val="400"/>
              </a:spcAft>
              <a:buNone/>
            </a:pPr>
            <a:r>
              <a:rPr lang="fr" sz="1000"/>
              <a:t>(suivant le niveau d’info déjà à votre disposition)</a:t>
            </a:r>
            <a:endParaRPr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2"/>
          <p:cNvSpPr/>
          <p:nvPr/>
        </p:nvSpPr>
        <p:spPr>
          <a:xfrm>
            <a:off x="190550" y="1130525"/>
            <a:ext cx="8692800" cy="489600"/>
          </a:xfrm>
          <a:prstGeom prst="round2SameRect">
            <a:avLst>
              <a:gd name="adj1" fmla="val 26083"/>
              <a:gd name="adj2" fmla="val 0"/>
            </a:avLst>
          </a:prstGeom>
          <a:solidFill>
            <a:srgbClr val="F0F0FF"/>
          </a:solidFill>
          <a:ln w="9525" cap="flat" cmpd="sng">
            <a:solidFill>
              <a:srgbClr val="F0F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222" name="Google Shape;222;p22"/>
          <p:cNvSpPr/>
          <p:nvPr/>
        </p:nvSpPr>
        <p:spPr>
          <a:xfrm>
            <a:off x="170150" y="1130525"/>
            <a:ext cx="8745300" cy="3341100"/>
          </a:xfrm>
          <a:prstGeom prst="roundRect">
            <a:avLst>
              <a:gd name="adj" fmla="val 6974"/>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223" name="Google Shape;223;p22"/>
          <p:cNvSpPr txBox="1">
            <a:spLocks noGrp="1"/>
          </p:cNvSpPr>
          <p:nvPr>
            <p:ph type="title"/>
          </p:nvPr>
        </p:nvSpPr>
        <p:spPr>
          <a:xfrm>
            <a:off x="170150" y="214200"/>
            <a:ext cx="8692800" cy="803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a:t>Les outils ma cantine </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24" name="Google Shape;224;p22"/>
          <p:cNvSpPr txBox="1">
            <a:spLocks noGrp="1"/>
          </p:cNvSpPr>
          <p:nvPr>
            <p:ph type="sldNum" idx="12"/>
          </p:nvPr>
        </p:nvSpPr>
        <p:spPr>
          <a:xfrm>
            <a:off x="8915400" y="4929303"/>
            <a:ext cx="228600" cy="21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fr" sz="700" i="0" u="none" strike="noStrike" cap="none">
                <a:solidFill>
                  <a:schemeClr val="dk2"/>
                </a:solidFill>
                <a:latin typeface="Montserrat Light"/>
                <a:ea typeface="Montserrat Light"/>
                <a:cs typeface="Montserrat Light"/>
                <a:sym typeface="Montserrat Light"/>
              </a:rPr>
              <a:t>9</a:t>
            </a:fld>
            <a:endParaRPr sz="700" i="0" u="none" strike="noStrike" cap="none">
              <a:solidFill>
                <a:schemeClr val="dk2"/>
              </a:solidFill>
              <a:latin typeface="Montserrat Light"/>
              <a:ea typeface="Montserrat Light"/>
              <a:cs typeface="Montserrat Light"/>
              <a:sym typeface="Montserrat Light"/>
            </a:endParaRPr>
          </a:p>
        </p:txBody>
      </p:sp>
      <p:sp>
        <p:nvSpPr>
          <p:cNvPr id="225" name="Google Shape;225;p22"/>
          <p:cNvSpPr txBox="1">
            <a:spLocks noGrp="1"/>
          </p:cNvSpPr>
          <p:nvPr>
            <p:ph type="body" idx="1"/>
          </p:nvPr>
        </p:nvSpPr>
        <p:spPr>
          <a:xfrm>
            <a:off x="574850" y="1231175"/>
            <a:ext cx="5942400" cy="33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 sz="1100" b="1">
                <a:solidFill>
                  <a:schemeClr val="accent2"/>
                </a:solidFill>
                <a:latin typeface="Montserrat"/>
                <a:ea typeface="Montserrat"/>
                <a:cs typeface="Montserrat"/>
                <a:sym typeface="Montserrat"/>
              </a:rPr>
              <a:t>Une boîte à outils (gratuite) pour vous aider ?</a:t>
            </a:r>
            <a:endParaRPr sz="1100" b="1">
              <a:solidFill>
                <a:schemeClr val="accent2"/>
              </a:solidFill>
              <a:latin typeface="Montserrat"/>
              <a:ea typeface="Montserrat"/>
              <a:cs typeface="Montserrat"/>
              <a:sym typeface="Montserrat"/>
            </a:endParaRPr>
          </a:p>
        </p:txBody>
      </p:sp>
      <p:sp>
        <p:nvSpPr>
          <p:cNvPr id="226" name="Google Shape;226;p22"/>
          <p:cNvSpPr txBox="1">
            <a:spLocks noGrp="1"/>
          </p:cNvSpPr>
          <p:nvPr>
            <p:ph type="body" idx="1"/>
          </p:nvPr>
        </p:nvSpPr>
        <p:spPr>
          <a:xfrm>
            <a:off x="357800" y="1987488"/>
            <a:ext cx="8317500" cy="1650900"/>
          </a:xfrm>
          <a:prstGeom prst="rect">
            <a:avLst/>
          </a:prstGeom>
        </p:spPr>
        <p:txBody>
          <a:bodyPr spcFirstLastPara="1" wrap="square" lIns="91425" tIns="91425" rIns="91425" bIns="91425" anchor="t" anchorCtr="0">
            <a:spAutoFit/>
          </a:bodyPr>
          <a:lstStyle/>
          <a:p>
            <a:pPr marL="0" lvl="0" indent="0" algn="l" rtl="0">
              <a:spcBef>
                <a:spcPts val="1200"/>
              </a:spcBef>
              <a:spcAft>
                <a:spcPts val="0"/>
              </a:spcAft>
              <a:buNone/>
            </a:pPr>
            <a:endParaRPr sz="1100">
              <a:solidFill>
                <a:schemeClr val="dk1"/>
              </a:solidFill>
              <a:highlight>
                <a:srgbClr val="FFFFFF"/>
              </a:highlight>
              <a:latin typeface="Montserrat"/>
              <a:ea typeface="Montserrat"/>
              <a:cs typeface="Montserrat"/>
              <a:sym typeface="Montserrat"/>
            </a:endParaRPr>
          </a:p>
          <a:p>
            <a:pPr marL="457200" lvl="0" indent="-298450" algn="l" rtl="0">
              <a:spcBef>
                <a:spcPts val="1200"/>
              </a:spcBef>
              <a:spcAft>
                <a:spcPts val="0"/>
              </a:spcAft>
              <a:buClr>
                <a:schemeClr val="dk1"/>
              </a:buClr>
              <a:buSzPts val="1100"/>
              <a:buFont typeface="Montserrat"/>
              <a:buChar char="-"/>
            </a:pPr>
            <a:r>
              <a:rPr lang="fr" sz="1100">
                <a:solidFill>
                  <a:schemeClr val="dk1"/>
                </a:solidFill>
                <a:highlight>
                  <a:srgbClr val="FFFFFF"/>
                </a:highlight>
                <a:latin typeface="Montserrat"/>
                <a:ea typeface="Montserrat"/>
                <a:cs typeface="Montserrat"/>
                <a:sym typeface="Montserrat"/>
              </a:rPr>
              <a:t>Pour communiquer : la vitrine en ligne</a:t>
            </a:r>
            <a:endParaRPr sz="1100">
              <a:solidFill>
                <a:schemeClr val="dk1"/>
              </a:solidFill>
              <a:highlight>
                <a:srgbClr val="FFFFFF"/>
              </a:highlight>
              <a:latin typeface="Montserrat"/>
              <a:ea typeface="Montserrat"/>
              <a:cs typeface="Montserrat"/>
              <a:sym typeface="Montserrat"/>
            </a:endParaRPr>
          </a:p>
          <a:p>
            <a:pPr marL="457200" lvl="0" indent="-298450" algn="l" rtl="0">
              <a:spcBef>
                <a:spcPts val="0"/>
              </a:spcBef>
              <a:spcAft>
                <a:spcPts val="0"/>
              </a:spcAft>
              <a:buClr>
                <a:schemeClr val="dk1"/>
              </a:buClr>
              <a:buSzPts val="1100"/>
              <a:buFont typeface="Montserrat"/>
              <a:buChar char="-"/>
            </a:pPr>
            <a:r>
              <a:rPr lang="fr" sz="1100">
                <a:solidFill>
                  <a:schemeClr val="dk1"/>
                </a:solidFill>
                <a:highlight>
                  <a:srgbClr val="FFFFFF"/>
                </a:highlight>
                <a:latin typeface="Montserrat"/>
                <a:ea typeface="Montserrat"/>
                <a:cs typeface="Montserrat"/>
                <a:sym typeface="Montserrat"/>
              </a:rPr>
              <a:t>Pour piloter vos achats : le suivi des achats</a:t>
            </a:r>
            <a:endParaRPr sz="1100">
              <a:solidFill>
                <a:schemeClr val="dk1"/>
              </a:solidFill>
              <a:highlight>
                <a:srgbClr val="FFFFFF"/>
              </a:highlight>
              <a:latin typeface="Montserrat"/>
              <a:ea typeface="Montserrat"/>
              <a:cs typeface="Montserrat"/>
              <a:sym typeface="Montserrat"/>
            </a:endParaRPr>
          </a:p>
          <a:p>
            <a:pPr marL="457200" lvl="0" indent="-298450" algn="l" rtl="0">
              <a:spcBef>
                <a:spcPts val="0"/>
              </a:spcBef>
              <a:spcAft>
                <a:spcPts val="0"/>
              </a:spcAft>
              <a:buClr>
                <a:schemeClr val="dk1"/>
              </a:buClr>
              <a:buSzPts val="1100"/>
              <a:buFont typeface="Montserrat"/>
              <a:buChar char="-"/>
            </a:pPr>
            <a:r>
              <a:rPr lang="fr" sz="1100">
                <a:solidFill>
                  <a:schemeClr val="dk1"/>
                </a:solidFill>
                <a:highlight>
                  <a:srgbClr val="FFFFFF"/>
                </a:highlight>
                <a:latin typeface="Montserrat"/>
                <a:ea typeface="Montserrat"/>
                <a:cs typeface="Montserrat"/>
                <a:sym typeface="Montserrat"/>
              </a:rPr>
              <a:t>Pour réduire le gaspillage : les fiches action </a:t>
            </a:r>
            <a:endParaRPr sz="1100">
              <a:solidFill>
                <a:schemeClr val="dk1"/>
              </a:solidFill>
              <a:highlight>
                <a:srgbClr val="FFFFFF"/>
              </a:highlight>
              <a:latin typeface="Montserrat"/>
              <a:ea typeface="Montserrat"/>
              <a:cs typeface="Montserrat"/>
              <a:sym typeface="Montserrat"/>
            </a:endParaRPr>
          </a:p>
          <a:p>
            <a:pPr marL="457200" lvl="0" indent="-298450" algn="l" rtl="0">
              <a:spcBef>
                <a:spcPts val="0"/>
              </a:spcBef>
              <a:spcAft>
                <a:spcPts val="0"/>
              </a:spcAft>
              <a:buClr>
                <a:schemeClr val="dk1"/>
              </a:buClr>
              <a:buSzPts val="1100"/>
              <a:buFont typeface="Montserrat"/>
              <a:buChar char="-"/>
            </a:pPr>
            <a:r>
              <a:rPr lang="fr" sz="1100">
                <a:solidFill>
                  <a:schemeClr val="dk1"/>
                </a:solidFill>
                <a:highlight>
                  <a:srgbClr val="FFFFFF"/>
                </a:highlight>
                <a:latin typeface="Montserrat"/>
                <a:ea typeface="Montserrat"/>
                <a:cs typeface="Montserrat"/>
                <a:sym typeface="Montserrat"/>
              </a:rPr>
              <a:t>Pour rester informé.e : la banque de ressources</a:t>
            </a:r>
            <a:endParaRPr sz="1100">
              <a:solidFill>
                <a:schemeClr val="dk1"/>
              </a:solidFill>
              <a:highlight>
                <a:srgbClr val="FFFFFF"/>
              </a:highlight>
              <a:latin typeface="Montserrat"/>
              <a:ea typeface="Montserrat"/>
              <a:cs typeface="Montserrat"/>
              <a:sym typeface="Montserrat"/>
            </a:endParaRPr>
          </a:p>
          <a:p>
            <a:pPr marL="457200" lvl="0" indent="0" algn="l" rtl="0">
              <a:spcBef>
                <a:spcPts val="1200"/>
              </a:spcBef>
              <a:spcAft>
                <a:spcPts val="0"/>
              </a:spcAft>
              <a:buNone/>
            </a:pPr>
            <a:endParaRPr sz="1200">
              <a:solidFill>
                <a:schemeClr val="dk1"/>
              </a:solidFill>
            </a:endParaRPr>
          </a:p>
        </p:txBody>
      </p:sp>
      <p:pic>
        <p:nvPicPr>
          <p:cNvPr id="227" name="Google Shape;227;p22"/>
          <p:cNvPicPr preferRelativeResize="0"/>
          <p:nvPr/>
        </p:nvPicPr>
        <p:blipFill>
          <a:blip r:embed="rId3">
            <a:alphaModFix/>
          </a:blip>
          <a:stretch>
            <a:fillRect/>
          </a:stretch>
        </p:blipFill>
        <p:spPr>
          <a:xfrm>
            <a:off x="6241100" y="1740882"/>
            <a:ext cx="2422649" cy="2520918"/>
          </a:xfrm>
          <a:prstGeom prst="rect">
            <a:avLst/>
          </a:prstGeom>
          <a:noFill/>
          <a:ln w="9525" cap="flat" cmpd="sng">
            <a:solidFill>
              <a:schemeClr val="accent1"/>
            </a:solidFill>
            <a:prstDash val="solid"/>
            <a:round/>
            <a:headEnd type="none" w="sm" len="sm"/>
            <a:tailEnd type="none" w="sm" len="sm"/>
          </a:ln>
        </p:spPr>
      </p:pic>
      <p:pic>
        <p:nvPicPr>
          <p:cNvPr id="228" name="Google Shape;228;p22"/>
          <p:cNvPicPr preferRelativeResize="0"/>
          <p:nvPr/>
        </p:nvPicPr>
        <p:blipFill>
          <a:blip r:embed="rId4">
            <a:alphaModFix/>
          </a:blip>
          <a:stretch>
            <a:fillRect/>
          </a:stretch>
        </p:blipFill>
        <p:spPr>
          <a:xfrm>
            <a:off x="222650" y="1261026"/>
            <a:ext cx="228600" cy="214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3"/>
          <p:cNvSpPr txBox="1">
            <a:spLocks noGrp="1"/>
          </p:cNvSpPr>
          <p:nvPr>
            <p:ph type="sldNum" idx="12"/>
          </p:nvPr>
        </p:nvSpPr>
        <p:spPr>
          <a:xfrm>
            <a:off x="8915400" y="4929303"/>
            <a:ext cx="228600" cy="214200"/>
          </a:xfrm>
          <a:prstGeom prst="rect">
            <a:avLst/>
          </a:prstGeom>
        </p:spPr>
        <p:txBody>
          <a:bodyPr spcFirstLastPara="1" wrap="square" lIns="0" tIns="0" rIns="0" bIns="0" anchor="ctr" anchorCtr="0">
            <a:noAutofit/>
          </a:bodyPr>
          <a:lstStyle/>
          <a:p>
            <a:pPr marL="0" lvl="0" indent="0" algn="ctr" rtl="0">
              <a:spcBef>
                <a:spcPts val="0"/>
              </a:spcBef>
              <a:spcAft>
                <a:spcPts val="0"/>
              </a:spcAft>
              <a:buClr>
                <a:srgbClr val="000000"/>
              </a:buClr>
              <a:buSzPts val="1000"/>
              <a:buFont typeface="Arial"/>
              <a:buNone/>
            </a:pPr>
            <a:fld id="{00000000-1234-1234-1234-123412341234}" type="slidenum">
              <a:rPr lang="fr"/>
              <a:t>10</a:t>
            </a:fld>
            <a:endParaRPr/>
          </a:p>
        </p:txBody>
      </p:sp>
      <p:pic>
        <p:nvPicPr>
          <p:cNvPr id="234" name="Google Shape;234;p23"/>
          <p:cNvPicPr preferRelativeResize="0"/>
          <p:nvPr/>
        </p:nvPicPr>
        <p:blipFill rotWithShape="1">
          <a:blip r:embed="rId3">
            <a:alphaModFix amt="15000"/>
          </a:blip>
          <a:srcRect l="70684"/>
          <a:stretch/>
        </p:blipFill>
        <p:spPr>
          <a:xfrm>
            <a:off x="3" y="1415300"/>
            <a:ext cx="747000" cy="2312900"/>
          </a:xfrm>
          <a:prstGeom prst="rect">
            <a:avLst/>
          </a:prstGeom>
          <a:noFill/>
          <a:ln>
            <a:noFill/>
          </a:ln>
        </p:spPr>
      </p:pic>
      <p:sp>
        <p:nvSpPr>
          <p:cNvPr id="235" name="Google Shape;235;p23"/>
          <p:cNvSpPr txBox="1">
            <a:spLocks noGrp="1"/>
          </p:cNvSpPr>
          <p:nvPr>
            <p:ph type="title" idx="4294967295"/>
          </p:nvPr>
        </p:nvSpPr>
        <p:spPr>
          <a:xfrm>
            <a:off x="1275225" y="1939938"/>
            <a:ext cx="38004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fr"/>
              <a:t>Des questions ?</a:t>
            </a:r>
            <a:endParaRPr/>
          </a:p>
        </p:txBody>
      </p:sp>
      <p:sp>
        <p:nvSpPr>
          <p:cNvPr id="236" name="Google Shape;236;p23"/>
          <p:cNvSpPr txBox="1">
            <a:spLocks noGrp="1"/>
          </p:cNvSpPr>
          <p:nvPr>
            <p:ph type="title" idx="4294967295"/>
          </p:nvPr>
        </p:nvSpPr>
        <p:spPr>
          <a:xfrm>
            <a:off x="1275225" y="2555538"/>
            <a:ext cx="4318800" cy="6480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fr" sz="1400">
                <a:solidFill>
                  <a:schemeClr val="dk2"/>
                </a:solidFill>
                <a:latin typeface="Montserrat"/>
                <a:ea typeface="Montserrat"/>
                <a:cs typeface="Montserrat"/>
                <a:sym typeface="Montserrat"/>
              </a:rPr>
              <a:t>pour toute question, rdv sur </a:t>
            </a:r>
            <a:r>
              <a:rPr lang="fr" sz="1400" i="1">
                <a:solidFill>
                  <a:schemeClr val="dk2"/>
                </a:solidFill>
                <a:latin typeface="Montserrat"/>
                <a:ea typeface="Montserrat"/>
                <a:cs typeface="Montserrat"/>
                <a:sym typeface="Montserrat"/>
              </a:rPr>
              <a:t>ma cantine</a:t>
            </a:r>
            <a:endParaRPr sz="1400" i="1">
              <a:solidFill>
                <a:schemeClr val="dk2"/>
              </a:solidFill>
              <a:latin typeface="Montserrat"/>
              <a:ea typeface="Montserrat"/>
              <a:cs typeface="Montserrat"/>
              <a:sym typeface="Montserrat"/>
            </a:endParaRPr>
          </a:p>
          <a:p>
            <a:pPr marL="0" lvl="0" indent="0" algn="l" rtl="0">
              <a:spcBef>
                <a:spcPts val="0"/>
              </a:spcBef>
              <a:spcAft>
                <a:spcPts val="0"/>
              </a:spcAft>
              <a:buNone/>
            </a:pPr>
            <a:r>
              <a:rPr lang="fr" sz="1400">
                <a:solidFill>
                  <a:schemeClr val="dk2"/>
                </a:solidFill>
                <a:latin typeface="Montserrat"/>
                <a:ea typeface="Montserrat"/>
                <a:cs typeface="Montserrat"/>
                <a:sym typeface="Montserrat"/>
              </a:rPr>
              <a:t>ou par courriel : </a:t>
            </a:r>
            <a:r>
              <a:rPr lang="fr" sz="1400" u="sng">
                <a:solidFill>
                  <a:schemeClr val="dk2"/>
                </a:solidFill>
                <a:latin typeface="Montserrat"/>
                <a:ea typeface="Montserrat"/>
                <a:cs typeface="Montserrat"/>
                <a:sym typeface="Montserrat"/>
              </a:rPr>
              <a:t>support-egalim@beta.gouv.fr</a:t>
            </a:r>
            <a:endParaRPr sz="1400" u="sng">
              <a:solidFill>
                <a:schemeClr val="dk2"/>
              </a:solidFill>
              <a:latin typeface="Montserrat"/>
              <a:ea typeface="Montserrat"/>
              <a:cs typeface="Montserrat"/>
              <a:sym typeface="Montserrat"/>
            </a:endParaRPr>
          </a:p>
        </p:txBody>
      </p:sp>
      <p:pic>
        <p:nvPicPr>
          <p:cNvPr id="237" name="Google Shape;237;p23"/>
          <p:cNvPicPr preferRelativeResize="0"/>
          <p:nvPr/>
        </p:nvPicPr>
        <p:blipFill>
          <a:blip r:embed="rId4">
            <a:alphaModFix/>
          </a:blip>
          <a:stretch>
            <a:fillRect/>
          </a:stretch>
        </p:blipFill>
        <p:spPr>
          <a:xfrm>
            <a:off x="6984300" y="1716725"/>
            <a:ext cx="1339926" cy="17467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Shape 241"/>
        <p:cNvGrpSpPr/>
        <p:nvPr/>
      </p:nvGrpSpPr>
      <p:grpSpPr>
        <a:xfrm>
          <a:off x="0" y="0"/>
          <a:ext cx="0" cy="0"/>
          <a:chOff x="0" y="0"/>
          <a:chExt cx="0" cy="0"/>
        </a:xfrm>
      </p:grpSpPr>
      <p:sp>
        <p:nvSpPr>
          <p:cNvPr id="242" name="Google Shape;242;p24"/>
          <p:cNvSpPr txBox="1">
            <a:spLocks noGrp="1"/>
          </p:cNvSpPr>
          <p:nvPr>
            <p:ph type="sldNum" idx="12"/>
          </p:nvPr>
        </p:nvSpPr>
        <p:spPr>
          <a:xfrm>
            <a:off x="8915400" y="4929303"/>
            <a:ext cx="228600" cy="214200"/>
          </a:xfrm>
          <a:prstGeom prst="rect">
            <a:avLst/>
          </a:prstGeom>
        </p:spPr>
        <p:txBody>
          <a:bodyPr spcFirstLastPara="1" wrap="square" lIns="0" tIns="0" rIns="0" bIns="0" anchor="ctr" anchorCtr="0">
            <a:noAutofit/>
          </a:bodyPr>
          <a:lstStyle/>
          <a:p>
            <a:pPr marL="0" lvl="0" indent="0" algn="ctr" rtl="0">
              <a:spcBef>
                <a:spcPts val="0"/>
              </a:spcBef>
              <a:spcAft>
                <a:spcPts val="0"/>
              </a:spcAft>
              <a:buClr>
                <a:srgbClr val="000000"/>
              </a:buClr>
              <a:buSzPts val="1000"/>
              <a:buFont typeface="Arial"/>
              <a:buNone/>
            </a:pPr>
            <a:fld id="{00000000-1234-1234-1234-123412341234}" type="slidenum">
              <a:rPr lang="fr"/>
              <a:t>11</a:t>
            </a:fld>
            <a:endParaRPr/>
          </a:p>
        </p:txBody>
      </p:sp>
      <p:pic>
        <p:nvPicPr>
          <p:cNvPr id="243" name="Google Shape;243;p24"/>
          <p:cNvPicPr preferRelativeResize="0"/>
          <p:nvPr/>
        </p:nvPicPr>
        <p:blipFill rotWithShape="1">
          <a:blip r:embed="rId3">
            <a:alphaModFix amt="90000"/>
          </a:blip>
          <a:srcRect l="58844"/>
          <a:stretch/>
        </p:blipFill>
        <p:spPr>
          <a:xfrm>
            <a:off x="0" y="214200"/>
            <a:ext cx="1048724" cy="2312900"/>
          </a:xfrm>
          <a:prstGeom prst="rect">
            <a:avLst/>
          </a:prstGeom>
          <a:noFill/>
          <a:ln>
            <a:noFill/>
          </a:ln>
        </p:spPr>
      </p:pic>
      <p:pic>
        <p:nvPicPr>
          <p:cNvPr id="244" name="Google Shape;244;p24"/>
          <p:cNvPicPr preferRelativeResize="0"/>
          <p:nvPr/>
        </p:nvPicPr>
        <p:blipFill rotWithShape="1">
          <a:blip r:embed="rId4">
            <a:alphaModFix amt="90000"/>
          </a:blip>
          <a:srcRect l="24408" t="35316"/>
          <a:stretch/>
        </p:blipFill>
        <p:spPr>
          <a:xfrm>
            <a:off x="0" y="1425"/>
            <a:ext cx="1926151" cy="1496149"/>
          </a:xfrm>
          <a:prstGeom prst="rect">
            <a:avLst/>
          </a:prstGeom>
          <a:noFill/>
          <a:ln>
            <a:noFill/>
          </a:ln>
        </p:spPr>
      </p:pic>
      <p:pic>
        <p:nvPicPr>
          <p:cNvPr id="245" name="Google Shape;245;p24"/>
          <p:cNvPicPr preferRelativeResize="0"/>
          <p:nvPr/>
        </p:nvPicPr>
        <p:blipFill rotWithShape="1">
          <a:blip r:embed="rId5">
            <a:alphaModFix amt="90000"/>
          </a:blip>
          <a:srcRect b="28382"/>
          <a:stretch/>
        </p:blipFill>
        <p:spPr>
          <a:xfrm>
            <a:off x="6395400" y="3486950"/>
            <a:ext cx="2548200" cy="1656551"/>
          </a:xfrm>
          <a:prstGeom prst="rect">
            <a:avLst/>
          </a:prstGeom>
          <a:noFill/>
          <a:ln>
            <a:noFill/>
          </a:ln>
        </p:spPr>
      </p:pic>
      <p:pic>
        <p:nvPicPr>
          <p:cNvPr id="246" name="Google Shape;246;p24"/>
          <p:cNvPicPr preferRelativeResize="0"/>
          <p:nvPr/>
        </p:nvPicPr>
        <p:blipFill rotWithShape="1">
          <a:blip r:embed="rId6">
            <a:alphaModFix amt="90000"/>
          </a:blip>
          <a:srcRect r="53857"/>
          <a:stretch/>
        </p:blipFill>
        <p:spPr>
          <a:xfrm>
            <a:off x="7968172" y="2351175"/>
            <a:ext cx="1175826" cy="2312900"/>
          </a:xfrm>
          <a:prstGeom prst="rect">
            <a:avLst/>
          </a:prstGeom>
          <a:noFill/>
          <a:ln>
            <a:noFill/>
          </a:ln>
        </p:spPr>
      </p:pic>
      <p:sp>
        <p:nvSpPr>
          <p:cNvPr id="247" name="Google Shape;247;p24"/>
          <p:cNvSpPr txBox="1">
            <a:spLocks noGrp="1"/>
          </p:cNvSpPr>
          <p:nvPr>
            <p:ph type="title" idx="4294967295"/>
          </p:nvPr>
        </p:nvSpPr>
        <p:spPr>
          <a:xfrm>
            <a:off x="2595000" y="2066288"/>
            <a:ext cx="38004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fr"/>
              <a:t>Merci beaucoup !</a:t>
            </a:r>
            <a:endParaRPr/>
          </a:p>
        </p:txBody>
      </p:sp>
      <p:sp>
        <p:nvSpPr>
          <p:cNvPr id="248" name="Google Shape;248;p24"/>
          <p:cNvSpPr txBox="1">
            <a:spLocks noGrp="1"/>
          </p:cNvSpPr>
          <p:nvPr>
            <p:ph type="title" idx="4294967295"/>
          </p:nvPr>
        </p:nvSpPr>
        <p:spPr>
          <a:xfrm>
            <a:off x="2595000" y="2681888"/>
            <a:ext cx="4318800" cy="6480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fr" sz="1400">
                <a:latin typeface="Montserrat"/>
                <a:ea typeface="Montserrat"/>
                <a:cs typeface="Montserrat"/>
                <a:sym typeface="Montserrat"/>
              </a:rPr>
              <a:t>pour toute question, rdv sur </a:t>
            </a:r>
            <a:r>
              <a:rPr lang="fr" sz="1400" i="1">
                <a:latin typeface="Montserrat"/>
                <a:ea typeface="Montserrat"/>
                <a:cs typeface="Montserrat"/>
                <a:sym typeface="Montserrat"/>
              </a:rPr>
              <a:t>ma cantine</a:t>
            </a:r>
            <a:endParaRPr sz="1400" i="1">
              <a:latin typeface="Montserrat"/>
              <a:ea typeface="Montserrat"/>
              <a:cs typeface="Montserrat"/>
              <a:sym typeface="Montserrat"/>
            </a:endParaRPr>
          </a:p>
          <a:p>
            <a:pPr marL="0" lvl="0" indent="0" algn="l" rtl="0">
              <a:spcBef>
                <a:spcPts val="0"/>
              </a:spcBef>
              <a:spcAft>
                <a:spcPts val="0"/>
              </a:spcAft>
              <a:buNone/>
            </a:pPr>
            <a:r>
              <a:rPr lang="fr" sz="1400">
                <a:latin typeface="Montserrat"/>
                <a:ea typeface="Montserrat"/>
                <a:cs typeface="Montserrat"/>
                <a:sym typeface="Montserrat"/>
              </a:rPr>
              <a:t>ou par courriel : support-egalim@beta.gouv.fr</a:t>
            </a:r>
            <a:endParaRPr sz="1400">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252"/>
        <p:cNvGrpSpPr/>
        <p:nvPr/>
      </p:nvGrpSpPr>
      <p:grpSpPr>
        <a:xfrm>
          <a:off x="0" y="0"/>
          <a:ext cx="0" cy="0"/>
          <a:chOff x="0" y="0"/>
          <a:chExt cx="0" cy="0"/>
        </a:xfrm>
      </p:grpSpPr>
      <p:pic>
        <p:nvPicPr>
          <p:cNvPr id="253" name="Google Shape;253;p25"/>
          <p:cNvPicPr preferRelativeResize="0"/>
          <p:nvPr/>
        </p:nvPicPr>
        <p:blipFill rotWithShape="1">
          <a:blip r:embed="rId3">
            <a:alphaModFix amt="90000"/>
          </a:blip>
          <a:srcRect l="921"/>
          <a:stretch/>
        </p:blipFill>
        <p:spPr>
          <a:xfrm>
            <a:off x="604575" y="2347565"/>
            <a:ext cx="2710575" cy="538835"/>
          </a:xfrm>
          <a:prstGeom prst="rect">
            <a:avLst/>
          </a:prstGeom>
          <a:noFill/>
          <a:ln>
            <a:noFill/>
          </a:ln>
        </p:spPr>
      </p:pic>
      <p:sp>
        <p:nvSpPr>
          <p:cNvPr id="254" name="Google Shape;254;p25"/>
          <p:cNvSpPr txBox="1">
            <a:spLocks noGrp="1"/>
          </p:cNvSpPr>
          <p:nvPr>
            <p:ph type="sldNum" idx="12"/>
          </p:nvPr>
        </p:nvSpPr>
        <p:spPr>
          <a:xfrm>
            <a:off x="8915400" y="4929303"/>
            <a:ext cx="228600" cy="214200"/>
          </a:xfrm>
          <a:prstGeom prst="rect">
            <a:avLst/>
          </a:prstGeom>
        </p:spPr>
        <p:txBody>
          <a:bodyPr spcFirstLastPara="1" wrap="square" lIns="0" tIns="0" rIns="0" bIns="0" anchor="ctr" anchorCtr="0">
            <a:noAutofit/>
          </a:bodyPr>
          <a:lstStyle/>
          <a:p>
            <a:pPr marL="0" lvl="0" indent="0" algn="ctr" rtl="0">
              <a:spcBef>
                <a:spcPts val="0"/>
              </a:spcBef>
              <a:spcAft>
                <a:spcPts val="0"/>
              </a:spcAft>
              <a:buClr>
                <a:srgbClr val="000000"/>
              </a:buClr>
              <a:buSzPts val="1000"/>
              <a:buFont typeface="Arial"/>
              <a:buNone/>
            </a:pPr>
            <a:fld id="{00000000-1234-1234-1234-123412341234}" type="slidenum">
              <a:rPr lang="fr"/>
              <a:t>12</a:t>
            </a:fld>
            <a:endParaRPr/>
          </a:p>
        </p:txBody>
      </p:sp>
      <p:pic>
        <p:nvPicPr>
          <p:cNvPr id="255" name="Google Shape;255;p25"/>
          <p:cNvPicPr preferRelativeResize="0"/>
          <p:nvPr/>
        </p:nvPicPr>
        <p:blipFill rotWithShape="1">
          <a:blip r:embed="rId4">
            <a:alphaModFix amt="90000"/>
          </a:blip>
          <a:srcRect t="13934"/>
          <a:stretch/>
        </p:blipFill>
        <p:spPr>
          <a:xfrm>
            <a:off x="4355225" y="1425"/>
            <a:ext cx="2710575" cy="459480"/>
          </a:xfrm>
          <a:prstGeom prst="rect">
            <a:avLst/>
          </a:prstGeom>
          <a:noFill/>
          <a:ln>
            <a:noFill/>
          </a:ln>
        </p:spPr>
      </p:pic>
      <p:pic>
        <p:nvPicPr>
          <p:cNvPr id="256" name="Google Shape;256;p25"/>
          <p:cNvPicPr preferRelativeResize="0"/>
          <p:nvPr/>
        </p:nvPicPr>
        <p:blipFill rotWithShape="1">
          <a:blip r:embed="rId5">
            <a:alphaModFix/>
          </a:blip>
          <a:srcRect r="30167"/>
          <a:stretch/>
        </p:blipFill>
        <p:spPr>
          <a:xfrm rot="-8">
            <a:off x="6961225" y="678327"/>
            <a:ext cx="2182775" cy="615595"/>
          </a:xfrm>
          <a:prstGeom prst="rect">
            <a:avLst/>
          </a:prstGeom>
          <a:noFill/>
          <a:ln>
            <a:noFill/>
          </a:ln>
        </p:spPr>
      </p:pic>
      <p:pic>
        <p:nvPicPr>
          <p:cNvPr id="257" name="Google Shape;257;p25"/>
          <p:cNvPicPr preferRelativeResize="0"/>
          <p:nvPr/>
        </p:nvPicPr>
        <p:blipFill rotWithShape="1">
          <a:blip r:embed="rId6">
            <a:alphaModFix/>
          </a:blip>
          <a:srcRect l="36888" b="35161"/>
          <a:stretch/>
        </p:blipFill>
        <p:spPr>
          <a:xfrm>
            <a:off x="0" y="4782700"/>
            <a:ext cx="1782976" cy="360800"/>
          </a:xfrm>
          <a:prstGeom prst="rect">
            <a:avLst/>
          </a:prstGeom>
          <a:noFill/>
          <a:ln>
            <a:noFill/>
          </a:ln>
        </p:spPr>
      </p:pic>
      <p:sp>
        <p:nvSpPr>
          <p:cNvPr id="258" name="Google Shape;258;p25"/>
          <p:cNvSpPr txBox="1">
            <a:spLocks noGrp="1"/>
          </p:cNvSpPr>
          <p:nvPr>
            <p:ph type="title" idx="4294967295"/>
          </p:nvPr>
        </p:nvSpPr>
        <p:spPr>
          <a:xfrm>
            <a:off x="2595000" y="2066288"/>
            <a:ext cx="38004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fr"/>
              <a:t>Merci beaucoup !</a:t>
            </a:r>
            <a:endParaRPr/>
          </a:p>
        </p:txBody>
      </p:sp>
      <p:sp>
        <p:nvSpPr>
          <p:cNvPr id="259" name="Google Shape;259;p25"/>
          <p:cNvSpPr txBox="1">
            <a:spLocks noGrp="1"/>
          </p:cNvSpPr>
          <p:nvPr>
            <p:ph type="title" idx="4294967295"/>
          </p:nvPr>
        </p:nvSpPr>
        <p:spPr>
          <a:xfrm>
            <a:off x="2595000" y="2681888"/>
            <a:ext cx="4318800" cy="6480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fr" sz="1400">
                <a:latin typeface="Montserrat"/>
                <a:ea typeface="Montserrat"/>
                <a:cs typeface="Montserrat"/>
                <a:sym typeface="Montserrat"/>
              </a:rPr>
              <a:t>pour toute question, rdv sur </a:t>
            </a:r>
            <a:r>
              <a:rPr lang="fr" sz="1400" i="1">
                <a:latin typeface="Montserrat"/>
                <a:ea typeface="Montserrat"/>
                <a:cs typeface="Montserrat"/>
                <a:sym typeface="Montserrat"/>
              </a:rPr>
              <a:t>ma cantine</a:t>
            </a:r>
            <a:endParaRPr sz="1400" i="1">
              <a:latin typeface="Montserrat"/>
              <a:ea typeface="Montserrat"/>
              <a:cs typeface="Montserrat"/>
              <a:sym typeface="Montserrat"/>
            </a:endParaRPr>
          </a:p>
          <a:p>
            <a:pPr marL="0" lvl="0" indent="0" algn="l" rtl="0">
              <a:spcBef>
                <a:spcPts val="0"/>
              </a:spcBef>
              <a:spcAft>
                <a:spcPts val="0"/>
              </a:spcAft>
              <a:buNone/>
            </a:pPr>
            <a:r>
              <a:rPr lang="fr" sz="1400">
                <a:latin typeface="Montserrat"/>
                <a:ea typeface="Montserrat"/>
                <a:cs typeface="Montserrat"/>
                <a:sym typeface="Montserrat"/>
              </a:rPr>
              <a:t>ou par courriel : support-egalim@beta.gouv.fr</a:t>
            </a:r>
            <a:endParaRPr sz="1400">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263"/>
        <p:cNvGrpSpPr/>
        <p:nvPr/>
      </p:nvGrpSpPr>
      <p:grpSpPr>
        <a:xfrm>
          <a:off x="0" y="0"/>
          <a:ext cx="0" cy="0"/>
          <a:chOff x="0" y="0"/>
          <a:chExt cx="0" cy="0"/>
        </a:xfrm>
      </p:grpSpPr>
      <p:pic>
        <p:nvPicPr>
          <p:cNvPr id="264" name="Google Shape;264;p26"/>
          <p:cNvPicPr preferRelativeResize="0"/>
          <p:nvPr/>
        </p:nvPicPr>
        <p:blipFill>
          <a:blip r:embed="rId3">
            <a:alphaModFix/>
          </a:blip>
          <a:stretch>
            <a:fillRect/>
          </a:stretch>
        </p:blipFill>
        <p:spPr>
          <a:xfrm>
            <a:off x="222650" y="214200"/>
            <a:ext cx="374050" cy="374050"/>
          </a:xfrm>
          <a:prstGeom prst="rect">
            <a:avLst/>
          </a:prstGeom>
          <a:noFill/>
          <a:ln>
            <a:noFill/>
          </a:ln>
        </p:spPr>
      </p:pic>
      <p:sp>
        <p:nvSpPr>
          <p:cNvPr id="265" name="Google Shape;265;p26"/>
          <p:cNvSpPr txBox="1">
            <a:spLocks noGrp="1"/>
          </p:cNvSpPr>
          <p:nvPr>
            <p:ph type="sldNum" idx="12"/>
          </p:nvPr>
        </p:nvSpPr>
        <p:spPr>
          <a:xfrm>
            <a:off x="8915400" y="4929303"/>
            <a:ext cx="228600" cy="214200"/>
          </a:xfrm>
          <a:prstGeom prst="rect">
            <a:avLst/>
          </a:prstGeom>
        </p:spPr>
        <p:txBody>
          <a:bodyPr spcFirstLastPara="1" wrap="square" lIns="0" tIns="0" rIns="0" bIns="0" anchor="ctr" anchorCtr="0">
            <a:noAutofit/>
          </a:bodyPr>
          <a:lstStyle/>
          <a:p>
            <a:pPr marL="0" lvl="0" indent="0" algn="ctr" rtl="0">
              <a:spcBef>
                <a:spcPts val="0"/>
              </a:spcBef>
              <a:spcAft>
                <a:spcPts val="0"/>
              </a:spcAft>
              <a:buClr>
                <a:srgbClr val="000000"/>
              </a:buClr>
              <a:buSzPts val="1000"/>
              <a:buFont typeface="Arial"/>
              <a:buNone/>
            </a:pPr>
            <a:fld id="{00000000-1234-1234-1234-123412341234}" type="slidenum">
              <a:rPr lang="fr"/>
              <a:t>13</a:t>
            </a:fld>
            <a:endParaRPr/>
          </a:p>
        </p:txBody>
      </p:sp>
      <p:pic>
        <p:nvPicPr>
          <p:cNvPr id="266" name="Google Shape;266;p26"/>
          <p:cNvPicPr preferRelativeResize="0"/>
          <p:nvPr/>
        </p:nvPicPr>
        <p:blipFill>
          <a:blip r:embed="rId4">
            <a:alphaModFix/>
          </a:blip>
          <a:stretch>
            <a:fillRect/>
          </a:stretch>
        </p:blipFill>
        <p:spPr>
          <a:xfrm>
            <a:off x="222649" y="715724"/>
            <a:ext cx="374050" cy="374050"/>
          </a:xfrm>
          <a:prstGeom prst="rect">
            <a:avLst/>
          </a:prstGeom>
          <a:noFill/>
          <a:ln>
            <a:noFill/>
          </a:ln>
        </p:spPr>
      </p:pic>
      <p:pic>
        <p:nvPicPr>
          <p:cNvPr id="267" name="Google Shape;267;p26"/>
          <p:cNvPicPr preferRelativeResize="0"/>
          <p:nvPr/>
        </p:nvPicPr>
        <p:blipFill>
          <a:blip r:embed="rId5">
            <a:alphaModFix/>
          </a:blip>
          <a:stretch>
            <a:fillRect/>
          </a:stretch>
        </p:blipFill>
        <p:spPr>
          <a:xfrm>
            <a:off x="222650" y="1217247"/>
            <a:ext cx="374050" cy="374050"/>
          </a:xfrm>
          <a:prstGeom prst="rect">
            <a:avLst/>
          </a:prstGeom>
          <a:noFill/>
          <a:ln>
            <a:noFill/>
          </a:ln>
        </p:spPr>
      </p:pic>
      <p:pic>
        <p:nvPicPr>
          <p:cNvPr id="268" name="Google Shape;268;p26"/>
          <p:cNvPicPr preferRelativeResize="0"/>
          <p:nvPr/>
        </p:nvPicPr>
        <p:blipFill rotWithShape="1">
          <a:blip r:embed="rId6">
            <a:alphaModFix/>
          </a:blip>
          <a:srcRect/>
          <a:stretch/>
        </p:blipFill>
        <p:spPr>
          <a:xfrm>
            <a:off x="6278673" y="214200"/>
            <a:ext cx="2674902" cy="1504575"/>
          </a:xfrm>
          <a:prstGeom prst="rect">
            <a:avLst/>
          </a:prstGeom>
          <a:noFill/>
          <a:ln>
            <a:noFill/>
          </a:ln>
        </p:spPr>
      </p:pic>
      <p:pic>
        <p:nvPicPr>
          <p:cNvPr id="269" name="Google Shape;269;p26"/>
          <p:cNvPicPr preferRelativeResize="0"/>
          <p:nvPr/>
        </p:nvPicPr>
        <p:blipFill>
          <a:blip r:embed="rId7">
            <a:alphaModFix/>
          </a:blip>
          <a:stretch>
            <a:fillRect/>
          </a:stretch>
        </p:blipFill>
        <p:spPr>
          <a:xfrm>
            <a:off x="222650" y="2220266"/>
            <a:ext cx="374050" cy="373992"/>
          </a:xfrm>
          <a:prstGeom prst="rect">
            <a:avLst/>
          </a:prstGeom>
          <a:noFill/>
          <a:ln>
            <a:noFill/>
          </a:ln>
        </p:spPr>
      </p:pic>
      <p:pic>
        <p:nvPicPr>
          <p:cNvPr id="270" name="Google Shape;270;p26"/>
          <p:cNvPicPr preferRelativeResize="0"/>
          <p:nvPr/>
        </p:nvPicPr>
        <p:blipFill>
          <a:blip r:embed="rId8">
            <a:alphaModFix/>
          </a:blip>
          <a:stretch>
            <a:fillRect/>
          </a:stretch>
        </p:blipFill>
        <p:spPr>
          <a:xfrm>
            <a:off x="222650" y="1718771"/>
            <a:ext cx="374050" cy="374022"/>
          </a:xfrm>
          <a:prstGeom prst="rect">
            <a:avLst/>
          </a:prstGeom>
          <a:noFill/>
          <a:ln>
            <a:noFill/>
          </a:ln>
        </p:spPr>
      </p:pic>
    </p:spTree>
  </p:cSld>
  <p:clrMapOvr>
    <a:masterClrMapping/>
  </p:clrMapOvr>
</p:sld>
</file>

<file path=ppt/theme/theme1.xml><?xml version="1.0" encoding="utf-8"?>
<a:theme xmlns:a="http://schemas.openxmlformats.org/drawingml/2006/main" name="ma cantine - clair">
  <a:themeElements>
    <a:clrScheme name="Simple Light">
      <a:dk1>
        <a:srgbClr val="000000"/>
      </a:dk1>
      <a:lt1>
        <a:srgbClr val="FFFFFF"/>
      </a:lt1>
      <a:dk2>
        <a:srgbClr val="595959"/>
      </a:dk2>
      <a:lt2>
        <a:srgbClr val="EEEEEE"/>
      </a:lt2>
      <a:accent1>
        <a:srgbClr val="6A6AF3"/>
      </a:accent1>
      <a:accent2>
        <a:srgbClr val="000090"/>
      </a:accent2>
      <a:accent3>
        <a:srgbClr val="E0000F"/>
      </a:accent3>
      <a:accent4>
        <a:srgbClr val="CE614A"/>
      </a:accent4>
      <a:accent5>
        <a:srgbClr val="FFCA00"/>
      </a:accent5>
      <a:accent6>
        <a:srgbClr val="00A95F"/>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851</Words>
  <Application>Microsoft Macintosh PowerPoint</Application>
  <PresentationFormat>Affichage à l'écran (16:9)</PresentationFormat>
  <Paragraphs>120</Paragraphs>
  <Slides>13</Slides>
  <Notes>13</Notes>
  <HiddenSlides>4</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13</vt:i4>
      </vt:variant>
    </vt:vector>
  </HeadingPairs>
  <TitlesOfParts>
    <vt:vector size="20" baseType="lpstr">
      <vt:lpstr>Montserrat Light</vt:lpstr>
      <vt:lpstr>Arial</vt:lpstr>
      <vt:lpstr>Montserrat SemiBold</vt:lpstr>
      <vt:lpstr>Montserrat</vt:lpstr>
      <vt:lpstr>Montserrat ExtraBold</vt:lpstr>
      <vt:lpstr>Montserrat Medium</vt:lpstr>
      <vt:lpstr>ma cantine - clair</vt:lpstr>
      <vt:lpstr>ma-cantine .agriculture .gouv.fr</vt:lpstr>
      <vt:lpstr>Déroulé du webinaire</vt:lpstr>
      <vt:lpstr>Ordre du jour</vt:lpstr>
      <vt:lpstr>Le contexte juridique et politique</vt:lpstr>
      <vt:lpstr>À quoi sert ma cantine ?</vt:lpstr>
      <vt:lpstr>Qui est concerné ?  Qui s’inscrit sur la plateforme ?</vt:lpstr>
      <vt:lpstr>La gestion concédée</vt:lpstr>
      <vt:lpstr>Campagne de télédéclaration des données d’achats 2024   </vt:lpstr>
      <vt:lpstr>Les outils ma cantine   </vt:lpstr>
      <vt:lpstr>Des questions ?</vt:lpstr>
      <vt:lpstr>Merci beaucoup !</vt:lpstr>
      <vt:lpstr>Merci beaucoup !</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André GAUTHIER</cp:lastModifiedBy>
  <cp:revision>1</cp:revision>
  <dcterms:modified xsi:type="dcterms:W3CDTF">2025-02-10T15:30:51Z</dcterms:modified>
</cp:coreProperties>
</file>